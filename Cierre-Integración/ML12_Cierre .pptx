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3" r:id="rId2"/>
    <p:sldId id="272" r:id="rId3"/>
    <p:sldId id="279" r:id="rId4"/>
    <p:sldId id="260" r:id="rId5"/>
    <p:sldId id="274" r:id="rId6"/>
    <p:sldId id="257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76" d="100"/>
          <a:sy n="76" d="100"/>
        </p:scale>
        <p:origin x="20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Israel Frómeta Moya" userId="c052a6ac-43e4-46a5-8022-29e14e3130c1" providerId="ADAL" clId="{5187F8DD-3505-4397-A500-5C4E13C2B2BC}"/>
    <pc:docChg chg="undo custSel addSld delSld modSld modMainMaster">
      <pc:chgData name="Jorge Israel Frómeta Moya" userId="c052a6ac-43e4-46a5-8022-29e14e3130c1" providerId="ADAL" clId="{5187F8DD-3505-4397-A500-5C4E13C2B2BC}" dt="2026-01-19T07:48:18.665" v="782" actId="6549"/>
      <pc:docMkLst>
        <pc:docMk/>
      </pc:docMkLst>
      <pc:sldChg chg="modSp mod">
        <pc:chgData name="Jorge Israel Frómeta Moya" userId="c052a6ac-43e4-46a5-8022-29e14e3130c1" providerId="ADAL" clId="{5187F8DD-3505-4397-A500-5C4E13C2B2BC}" dt="2026-01-19T07:48:18.665" v="782" actId="6549"/>
        <pc:sldMkLst>
          <pc:docMk/>
          <pc:sldMk cId="4151812479" sldId="271"/>
        </pc:sldMkLst>
        <pc:spChg chg="mod">
          <ac:chgData name="Jorge Israel Frómeta Moya" userId="c052a6ac-43e4-46a5-8022-29e14e3130c1" providerId="ADAL" clId="{5187F8DD-3505-4397-A500-5C4E13C2B2BC}" dt="2026-01-19T07:48:18.665" v="782" actId="6549"/>
          <ac:spMkLst>
            <pc:docMk/>
            <pc:sldMk cId="4151812479" sldId="271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B436C5-5EA3-48AA-8108-4C26E2A1C4C9}" type="datetimeFigureOut">
              <a:rPr lang="es-ES" smtClean="0"/>
              <a:t>02/02/2026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5912D-18CC-4087-9F3B-C478CA6AB0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2318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62519-792E-C2D5-342F-251E8D0B7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970291-5514-7C91-1ED3-1AEFE54FEB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D4810-0F87-9371-305B-5F8464B9E0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26CA3-0834-397C-BC55-31D983030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15777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552E6-8BA0-EEA3-0819-A281C6975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D7780E-4C99-5D96-FBD4-4CF745F695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B5D9A-C1E7-F0BC-D857-FA17ADCB26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69DC3-D4C9-A149-3113-A8FA255DEE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27462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C88C4-BC32-827B-921E-27791C130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454676-E30E-D8F7-D274-1A2185BE8E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BB7224-0D1A-90EA-7997-2D76623A23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50CD2-7543-5494-B275-36487C7408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95162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5E9AA-5D0A-A9B8-8B1E-2A2C77BD0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2D5B4B-ADD5-929A-3B30-14AE63B752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ED00B5-0B73-68BE-2D85-DC71157158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A4DC7-863E-F963-CDEF-BB0A4DE06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46225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66E5D-59E0-F80E-BB8E-AE290E874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950" y="2351088"/>
            <a:ext cx="797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 descr="Subtitle">
            <a:extLst>
              <a:ext uri="{FF2B5EF4-FFF2-40B4-BE49-F238E27FC236}">
                <a16:creationId xmlns:a16="http://schemas.microsoft.com/office/drawing/2014/main" id="{7EE484EA-9645-F266-0500-575267044A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4933950"/>
            <a:ext cx="7975600" cy="809625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400">
                <a:solidFill>
                  <a:schemeClr val="tx2"/>
                </a:solidFill>
              </a:defRPr>
            </a:lvl4pPr>
            <a:lvl5pPr>
              <a:defRPr sz="2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AA5B2-E554-2839-038A-EEDFB0C48F22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76D9865-FC25-A183-7BA4-D5E2F173E81B}"/>
              </a:ext>
            </a:extLst>
          </p:cNvPr>
          <p:cNvGrpSpPr/>
          <p:nvPr userDrawn="1"/>
        </p:nvGrpSpPr>
        <p:grpSpPr>
          <a:xfrm>
            <a:off x="10572749" y="-566886"/>
            <a:ext cx="2143126" cy="2165350"/>
            <a:chOff x="6648449" y="514350"/>
            <a:chExt cx="2143126" cy="2165350"/>
          </a:xfrm>
        </p:grpSpPr>
        <p:sp>
          <p:nvSpPr>
            <p:cNvPr id="10" name="Cross 9">
              <a:extLst>
                <a:ext uri="{FF2B5EF4-FFF2-40B4-BE49-F238E27FC236}">
                  <a16:creationId xmlns:a16="http://schemas.microsoft.com/office/drawing/2014/main" id="{7B6863FD-4F17-9CB3-E6BC-B780D71CFB0A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156CD350-1534-C3FB-03E6-3B933F91373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8857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73642-A370-1BCE-70B0-22214699D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984750" cy="79420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812CA0-5178-7BF3-A770-795A1C723A2C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42D091-0BAC-1444-CCB2-FF4AB89A2C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36700"/>
            <a:ext cx="4984750" cy="4572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513788-D2DD-E241-C456-6D47A325D07F}"/>
              </a:ext>
            </a:extLst>
          </p:cNvPr>
          <p:cNvSpPr/>
          <p:nvPr userDrawn="1"/>
        </p:nvSpPr>
        <p:spPr>
          <a:xfrm>
            <a:off x="6978650" y="365126"/>
            <a:ext cx="4984750" cy="57435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B431D2C-6ADD-EB60-3990-65867C375B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32600" y="495300"/>
            <a:ext cx="4984750" cy="37084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BC3D5980-FC1E-3497-3CD1-09E2CF3EEB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60598" y="4419600"/>
            <a:ext cx="46101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bg1"/>
                </a:solidFill>
              </a:defRPr>
            </a:lvl2pPr>
            <a:lvl3pPr>
              <a:defRPr sz="1800" b="1">
                <a:solidFill>
                  <a:schemeClr val="bg1"/>
                </a:solidFill>
              </a:defRPr>
            </a:lvl3pPr>
            <a:lvl4pPr>
              <a:defRPr sz="1800" b="1">
                <a:solidFill>
                  <a:schemeClr val="bg1"/>
                </a:solidFill>
              </a:defRPr>
            </a:lvl4pPr>
            <a:lvl5pPr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825474CE-D856-27E1-2CBD-3422E126F1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60598" y="5054600"/>
            <a:ext cx="4610100" cy="8318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1436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85D73-C40B-427E-5CDA-D7363232A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365126"/>
            <a:ext cx="5762431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C23C3E-0FDE-578B-08B4-243B2B674BE4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BE28EF1-A0EC-08F2-F237-CC44222C7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10300" y="1536700"/>
            <a:ext cx="5762431" cy="4572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63D6C0-2C41-7D7E-EDCF-DCF9DE93A36E}"/>
              </a:ext>
            </a:extLst>
          </p:cNvPr>
          <p:cNvSpPr/>
          <p:nvPr userDrawn="1"/>
        </p:nvSpPr>
        <p:spPr>
          <a:xfrm>
            <a:off x="1090256" y="531846"/>
            <a:ext cx="4114800" cy="40214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BFC69B2C-76C6-363B-6C07-7F859D1EB644}"/>
              </a:ext>
            </a:extLst>
          </p:cNvPr>
          <p:cNvSpPr/>
          <p:nvPr userDrawn="1"/>
        </p:nvSpPr>
        <p:spPr>
          <a:xfrm rot="16200000" flipH="1">
            <a:off x="777681" y="699796"/>
            <a:ext cx="4208106" cy="4208106"/>
          </a:xfrm>
          <a:prstGeom prst="snip1Rect">
            <a:avLst>
              <a:gd name="adj" fmla="val 10015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EB886F3-64F2-8CFF-E423-C8C050B23E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86309" y="1308424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3AADCDCC-6EDD-0261-A986-70CC24D72F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5097431"/>
            <a:ext cx="42070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tx1"/>
                </a:solidFill>
              </a:defRPr>
            </a:lvl1pPr>
            <a:lvl2pPr>
              <a:defRPr sz="18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800" b="1">
                <a:solidFill>
                  <a:schemeClr val="tx1"/>
                </a:solidFill>
              </a:defRPr>
            </a:lvl4pPr>
            <a:lvl5pPr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5C91FD1-4585-5CA5-7A59-2C5279EB0A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5732431"/>
            <a:ext cx="4207070" cy="8318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617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C8EB7064-F943-8CA5-A4C4-3CB7CFE9632B}"/>
              </a:ext>
            </a:extLst>
          </p:cNvPr>
          <p:cNvSpPr/>
          <p:nvPr userDrawn="1"/>
        </p:nvSpPr>
        <p:spPr>
          <a:xfrm rot="16200000" flipH="1">
            <a:off x="3828143" y="-1292678"/>
            <a:ext cx="4544008" cy="10189806"/>
          </a:xfrm>
          <a:prstGeom prst="snip1Rect">
            <a:avLst>
              <a:gd name="adj" fmla="val 100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560D0D-4B25-61B8-FA50-48CCC022D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DDDCC854-DD4D-BD36-BAE1-92AD2FF548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25550" y="1821608"/>
            <a:ext cx="2990850" cy="2990850"/>
          </a:xfrm>
          <a:prstGeom prst="ellipse">
            <a:avLst/>
          </a:prstGeo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D1B015D1-887F-E1B1-1713-8FF8AC1F30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550" y="4908680"/>
            <a:ext cx="29908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800" b="1">
                <a:solidFill>
                  <a:schemeClr val="tx1"/>
                </a:solidFill>
              </a:defRPr>
            </a:lvl4pPr>
            <a:lvl5pPr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A7EE93F-E1E9-43B8-8B33-BD3FE177B6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5459702"/>
            <a:ext cx="2990850" cy="8318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7A4377B-4685-F84C-EBD5-ECD51EB7B8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13351" y="1821608"/>
            <a:ext cx="5753100" cy="3935380"/>
          </a:xfrm>
        </p:spPr>
        <p:txBody>
          <a:bodyPr>
            <a:normAutofit/>
          </a:bodyPr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B6068D9-F725-C868-23CD-5E0EB9B04205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146E3A76-790A-6DD6-9F28-58DC467F71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FA733198-BDB6-9E9A-0DAA-EF5138C5749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486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26B974-49E9-5879-B05A-0B376C8CDE5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1AB935-BC23-0935-73B7-5874ECAFD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4EC47CF0-8E35-CF3C-6435-C634499094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6280" y="16159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86B57E-1D53-C478-56B9-9E354E3229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6280" y="2376060"/>
            <a:ext cx="4975420" cy="3458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170DFBE9-B5A3-9CF7-477B-0D28BC3E54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0" y="16159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D6A99B4-D95A-DB77-1A49-8DEE56E9F0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0" y="2376060"/>
            <a:ext cx="4975420" cy="3458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DC3326-2256-9607-6D41-112AD78FDC27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F31021B5-4208-CC49-D768-A1337FC6CD4B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BC00E0E0-5229-1218-BB00-777FB3A9FEE6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3063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8BA7A1-D382-3434-0923-F179A76A33F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3F8B0B38-D820-E54B-91A6-BC6CC6A233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6280" y="37880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C33115E-AA6E-A8E7-A7EC-A2F43C3EF0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6280" y="4423035"/>
            <a:ext cx="4975420" cy="16920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89FB252F-C634-5A39-4F04-213C839468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0" y="37880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47C7DBC-D840-BE9D-1694-B0C6DC73B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0" y="4423035"/>
            <a:ext cx="4975420" cy="16920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ABB22-1855-AC4F-7303-F127D0B00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3FF1D10-9666-0D0D-6AC5-FC6B2922C4E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6280" y="1375231"/>
            <a:ext cx="4984750" cy="227628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93A973D6-0D66-A45D-B2B4-6DC8F7F584C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10300" y="1375230"/>
            <a:ext cx="4984750" cy="227628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A86C1FF-82FA-9791-E5A9-37EEC5AEA1ED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5B19525C-96E1-6C6A-39E2-5ED4844BA7A6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1016A2C7-F4F4-9882-A38B-902A6E497105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216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6E6A-0DF5-755A-0D7C-9EE8C197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9B3B421F-C641-B80A-768C-D18D6C6A6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9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2F50A0F-441C-F3CA-730D-3EDD7F691F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9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277FF88D-7F34-BD29-0578-44A61967B6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57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F34694C-A1D7-AF76-76DB-A9A0D0E64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57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4B0EDE9-00F4-36F2-6D77-3084BF4D3B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135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2453662-45A4-E1F7-B967-043CA58123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135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0401EF-07E2-5916-5ADD-D60D220D8FA1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CEE4D297-8E5C-9076-808A-9F3C6668F6C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31E2093A-5E41-AED3-9405-F6D1556DE47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21206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3 1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6E6A-0DF5-755A-0D7C-9EE8C197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9B3B421F-C641-B80A-768C-D18D6C6A6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9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2F50A0F-441C-F3CA-730D-3EDD7F691F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9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277FF88D-7F34-BD29-0578-44A61967B6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57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F34694C-A1D7-AF76-76DB-A9A0D0E64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57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4B0EDE9-00F4-36F2-6D77-3084BF4D3B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135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2453662-45A4-E1F7-B967-043CA58123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135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0401EF-07E2-5916-5ADD-D60D220D8FA1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CEE4D297-8E5C-9076-808A-9F3C6668F6C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31E2093A-5E41-AED3-9405-F6D1556DE47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6A6A1F0C-4A40-1560-AB6F-E58B773C27A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379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94A22113-5DD2-4FB6-AB86-8E11AA6795F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257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B3EDCA15-B46D-AB26-738D-5830425794F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135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790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0B0F-41C5-1620-CF9A-11759F941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1F382C-2418-422E-B998-CE19137F9D36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35D63FD9-D096-F88E-2B13-059D3EA62F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683532"/>
            <a:ext cx="49847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800" b="1">
                <a:solidFill>
                  <a:schemeClr val="accent3"/>
                </a:solidFill>
              </a:defRPr>
            </a:lvl2pPr>
            <a:lvl3pPr>
              <a:defRPr sz="1800" b="1">
                <a:solidFill>
                  <a:schemeClr val="accent3"/>
                </a:solidFill>
              </a:defRPr>
            </a:lvl3pPr>
            <a:lvl4pPr>
              <a:defRPr sz="1800" b="1">
                <a:solidFill>
                  <a:schemeClr val="accent3"/>
                </a:solidFill>
              </a:defRPr>
            </a:lvl4pPr>
            <a:lvl5pPr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4FF3F3-28C7-15BE-1FFA-F3C9E65110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2436685"/>
            <a:ext cx="4984750" cy="35117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20598EE9-333F-69F9-68E5-DA7F577AB91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2" y="1679711"/>
            <a:ext cx="49847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800" b="1">
                <a:solidFill>
                  <a:schemeClr val="accent3"/>
                </a:solidFill>
              </a:defRPr>
            </a:lvl2pPr>
            <a:lvl3pPr>
              <a:defRPr sz="1800" b="1">
                <a:solidFill>
                  <a:schemeClr val="accent3"/>
                </a:solidFill>
              </a:defRPr>
            </a:lvl3pPr>
            <a:lvl4pPr>
              <a:defRPr sz="1800" b="1">
                <a:solidFill>
                  <a:schemeClr val="accent3"/>
                </a:solidFill>
              </a:defRPr>
            </a:lvl4pPr>
            <a:lvl5pPr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DE2C757-EE3D-3F2B-7BC5-3E6A5483F7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2" y="2432864"/>
            <a:ext cx="4984750" cy="35117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B5BD323-4CEA-1ACD-893D-4DAC1532D4BA}"/>
              </a:ext>
            </a:extLst>
          </p:cNvPr>
          <p:cNvGrpSpPr/>
          <p:nvPr userDrawn="1"/>
        </p:nvGrpSpPr>
        <p:grpSpPr>
          <a:xfrm>
            <a:off x="10482258" y="5148613"/>
            <a:ext cx="3454391" cy="1929920"/>
            <a:chOff x="10482258" y="5148613"/>
            <a:chExt cx="3454391" cy="192992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EA7A1D6-347A-E3C2-B657-F529F1448F61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FFC1B6F-7355-6665-2711-610208F064B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FC77A85-55F6-D8DD-0067-B326AF679658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E87E9F0-D688-3F4B-CC42-35668385E0E7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8E089F1-231E-410E-6F23-4FC5ABDF416C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31204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838B-13E0-E38E-5B40-92782931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0C2E7-7D04-FBC7-7296-73C2102EFB9D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6F6DF1C8-3A84-22E8-9012-FDFAECD6FF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962086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C76E78-C4AC-7A6E-9177-C99ED78B9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3350" y="1962086"/>
            <a:ext cx="5981700" cy="138986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51C6721E-2CF5-7762-8467-42C6DBD31B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6950" y="4439560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6AB62F5-DDB4-BB67-DB7D-F6AAEF6383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3350" y="4439560"/>
            <a:ext cx="5981700" cy="138986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9E5D34-4F0C-34E6-AFEF-5CB630CBF96A}"/>
              </a:ext>
            </a:extLst>
          </p:cNvPr>
          <p:cNvSpPr/>
          <p:nvPr userDrawn="1"/>
        </p:nvSpPr>
        <p:spPr>
          <a:xfrm>
            <a:off x="11652250" y="0"/>
            <a:ext cx="5397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03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838B-13E0-E38E-5B40-92782931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0C2E7-7D04-FBC7-7296-73C2102EFB9D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6F6DF1C8-3A84-22E8-9012-FDFAECD6FF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723506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C76E78-C4AC-7A6E-9177-C99ED78B9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3350" y="1723506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51C6721E-2CF5-7762-8467-42C6DBD31B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6950" y="4722655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6AB62F5-DDB4-BB67-DB7D-F6AAEF6383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3350" y="4722655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9E5D34-4F0C-34E6-AFEF-5CB630CBF96A}"/>
              </a:ext>
            </a:extLst>
          </p:cNvPr>
          <p:cNvSpPr/>
          <p:nvPr userDrawn="1"/>
        </p:nvSpPr>
        <p:spPr>
          <a:xfrm>
            <a:off x="11652250" y="0"/>
            <a:ext cx="5397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3B231FF4-4B4B-0E13-AB9C-03F1CD9731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96950" y="3223080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D5FC019-FADC-D900-E349-12313D7155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13350" y="3223080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2599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B98-A75E-B9D1-8E82-FC1549B6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36290055-D1D1-50AF-071E-E20DBF27CB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3AE4F2-CA06-DB30-80C3-F9D74FF560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A65E79EE-E7CB-CCD7-BF94-B0B7DE5771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1945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B1CA604-EA9A-DB56-EFF8-374DD14D17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1945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21D32C7-57E1-58AC-44E7-AEE99F47DD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1030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2"/>
                </a:solidFill>
              </a:defRPr>
            </a:lvl1pPr>
            <a:lvl2pPr algn="ctr">
              <a:defRPr sz="1800" b="1">
                <a:solidFill>
                  <a:schemeClr val="tx2"/>
                </a:solidFill>
              </a:defRPr>
            </a:lvl2pPr>
            <a:lvl3pPr algn="ctr">
              <a:defRPr sz="1800" b="1">
                <a:solidFill>
                  <a:schemeClr val="tx2"/>
                </a:solidFill>
              </a:defRPr>
            </a:lvl3pPr>
            <a:lvl4pPr algn="ctr">
              <a:defRPr sz="1800" b="1">
                <a:solidFill>
                  <a:schemeClr val="tx2"/>
                </a:solidFill>
              </a:defRPr>
            </a:lvl4pPr>
            <a:lvl5pPr algn="ctr"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EC7707-0076-087B-82A5-54D1591FF2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030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1DC9D843-A851-DB47-EECB-EA6607A033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0115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1"/>
                </a:solidFill>
              </a:defRPr>
            </a:lvl1pPr>
            <a:lvl2pPr algn="ctr">
              <a:defRPr sz="1800" b="1">
                <a:solidFill>
                  <a:schemeClr val="tx1"/>
                </a:solidFill>
              </a:defRPr>
            </a:lvl2pPr>
            <a:lvl3pPr algn="ctr">
              <a:defRPr sz="1800" b="1">
                <a:solidFill>
                  <a:schemeClr val="tx1"/>
                </a:solidFill>
              </a:defRPr>
            </a:lvl3pPr>
            <a:lvl4pPr algn="ctr">
              <a:defRPr sz="1800" b="1">
                <a:solidFill>
                  <a:schemeClr val="tx1"/>
                </a:solidFill>
              </a:defRPr>
            </a:lvl4pPr>
            <a:lvl5pPr algn="ctr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35F6F66-04CF-A73C-64E6-B8FB7D1987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0115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5467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B98-A75E-B9D1-8E82-FC1549B6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36290055-D1D1-50AF-071E-E20DBF27CB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3AE4F2-CA06-DB30-80C3-F9D74FF560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A65E79EE-E7CB-CCD7-BF94-B0B7DE5771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164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B1CA604-EA9A-DB56-EFF8-374DD14D17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164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21D32C7-57E1-58AC-44E7-AEE99F47DD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042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2"/>
                </a:solidFill>
              </a:defRPr>
            </a:lvl1pPr>
            <a:lvl2pPr algn="ctr">
              <a:defRPr sz="1800" b="1">
                <a:solidFill>
                  <a:schemeClr val="tx2"/>
                </a:solidFill>
              </a:defRPr>
            </a:lvl2pPr>
            <a:lvl3pPr algn="ctr">
              <a:defRPr sz="1800" b="1">
                <a:solidFill>
                  <a:schemeClr val="tx2"/>
                </a:solidFill>
              </a:defRPr>
            </a:lvl3pPr>
            <a:lvl4pPr algn="ctr">
              <a:defRPr sz="1800" b="1">
                <a:solidFill>
                  <a:schemeClr val="tx2"/>
                </a:solidFill>
              </a:defRPr>
            </a:lvl4pPr>
            <a:lvl5pPr algn="ctr"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EC7707-0076-087B-82A5-54D1591FF2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042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5133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E038B53-FF71-6F87-3D83-EC20A621239F}"/>
              </a:ext>
            </a:extLst>
          </p:cNvPr>
          <p:cNvSpPr/>
          <p:nvPr userDrawn="1"/>
        </p:nvSpPr>
        <p:spPr>
          <a:xfrm>
            <a:off x="0" y="3911600"/>
            <a:ext cx="12192000" cy="294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65CFB-8503-477E-8B51-BBB0ED218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DD0FFE5-34F8-8B58-8966-B7708BF30F80}"/>
              </a:ext>
            </a:extLst>
          </p:cNvPr>
          <p:cNvGrpSpPr/>
          <p:nvPr userDrawn="1"/>
        </p:nvGrpSpPr>
        <p:grpSpPr>
          <a:xfrm>
            <a:off x="10482258" y="-964960"/>
            <a:ext cx="3454391" cy="1929920"/>
            <a:chOff x="10482258" y="5148613"/>
            <a:chExt cx="3454391" cy="19299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F91598A-F769-14B3-9FE6-9BA270B4C0E7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2C2BA13-2AD2-46AE-1964-6611BBF564FB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5067DE3-E185-1771-2E4F-4A956581FDF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BAB742F-67CD-09EE-152D-66F21E91173B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4769E47-C2B2-DBDE-EE20-40CBD3998DE5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: Single Corner Snipped 12">
            <a:extLst>
              <a:ext uri="{FF2B5EF4-FFF2-40B4-BE49-F238E27FC236}">
                <a16:creationId xmlns:a16="http://schemas.microsoft.com/office/drawing/2014/main" id="{AA91AAAE-BDEC-AB0A-6CBA-9E9BBDF0DEAE}"/>
              </a:ext>
            </a:extLst>
          </p:cNvPr>
          <p:cNvSpPr/>
          <p:nvPr userDrawn="1"/>
        </p:nvSpPr>
        <p:spPr>
          <a:xfrm>
            <a:off x="996950" y="2070100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Single Corner Snipped 13">
            <a:extLst>
              <a:ext uri="{FF2B5EF4-FFF2-40B4-BE49-F238E27FC236}">
                <a16:creationId xmlns:a16="http://schemas.microsoft.com/office/drawing/2014/main" id="{FAB44CEC-F42D-EA63-9F5F-7681F4F506A0}"/>
              </a:ext>
            </a:extLst>
          </p:cNvPr>
          <p:cNvSpPr/>
          <p:nvPr userDrawn="1"/>
        </p:nvSpPr>
        <p:spPr>
          <a:xfrm>
            <a:off x="4603750" y="2076904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Single Corner Snipped 14">
            <a:extLst>
              <a:ext uri="{FF2B5EF4-FFF2-40B4-BE49-F238E27FC236}">
                <a16:creationId xmlns:a16="http://schemas.microsoft.com/office/drawing/2014/main" id="{B58363DC-EAD4-9285-2015-78610DE12D56}"/>
              </a:ext>
            </a:extLst>
          </p:cNvPr>
          <p:cNvSpPr/>
          <p:nvPr userDrawn="1"/>
        </p:nvSpPr>
        <p:spPr>
          <a:xfrm>
            <a:off x="8210550" y="2083708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3AC0B8F3-C7F1-DAB1-D973-81C71D00A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550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2C38700-94CA-97F5-0C89-D74751D8A4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ABDB20FB-BF11-78BA-9E9B-242DC65E1B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41875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4F82317F-6859-DBED-95F4-E1848CD82B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41875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17815119-5EAC-3994-FEF1-BC97F944F2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458200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A91F5D16-37E1-0630-900D-466898A03D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58200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6485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68BE-B713-4F21-333D-D8EF78AC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1049"/>
            <a:ext cx="3987800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212FFC74-63D6-D3E6-190F-A4D32A1ABC5A}"/>
              </a:ext>
            </a:extLst>
          </p:cNvPr>
          <p:cNvSpPr/>
          <p:nvPr userDrawn="1"/>
        </p:nvSpPr>
        <p:spPr>
          <a:xfrm>
            <a:off x="9201150" y="285751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2B5C31C3-A651-BD39-18C5-5FB7170A88FD}"/>
              </a:ext>
            </a:extLst>
          </p:cNvPr>
          <p:cNvSpPr/>
          <p:nvPr userDrawn="1"/>
        </p:nvSpPr>
        <p:spPr>
          <a:xfrm>
            <a:off x="6210300" y="285751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D940296A-FC64-DA70-8A10-A8BFBFD571E4}"/>
              </a:ext>
            </a:extLst>
          </p:cNvPr>
          <p:cNvSpPr/>
          <p:nvPr userDrawn="1"/>
        </p:nvSpPr>
        <p:spPr>
          <a:xfrm>
            <a:off x="6219825" y="3321050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CBAEB504-5DB4-7A98-D4D3-244BAAA22684}"/>
              </a:ext>
            </a:extLst>
          </p:cNvPr>
          <p:cNvSpPr/>
          <p:nvPr userDrawn="1"/>
        </p:nvSpPr>
        <p:spPr>
          <a:xfrm>
            <a:off x="9201150" y="3321049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EE8B4-8F53-B2CF-0B84-F383C7F99453}"/>
              </a:ext>
            </a:extLst>
          </p:cNvPr>
          <p:cNvSpPr/>
          <p:nvPr userDrawn="1"/>
        </p:nvSpPr>
        <p:spPr>
          <a:xfrm>
            <a:off x="228600" y="2371790"/>
            <a:ext cx="228600" cy="6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7E318-4125-DB8C-4010-AAB6ADCB4F53}"/>
              </a:ext>
            </a:extLst>
          </p:cNvPr>
          <p:cNvSpPr/>
          <p:nvPr userDrawn="1"/>
        </p:nvSpPr>
        <p:spPr>
          <a:xfrm>
            <a:off x="609600" y="2080727"/>
            <a:ext cx="228600" cy="9006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2261B7-AC1E-7F31-C301-3347D9127654}"/>
              </a:ext>
            </a:extLst>
          </p:cNvPr>
          <p:cNvSpPr/>
          <p:nvPr userDrawn="1"/>
        </p:nvSpPr>
        <p:spPr>
          <a:xfrm>
            <a:off x="990600" y="1789664"/>
            <a:ext cx="228600" cy="11917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F04E18F-99C8-5F2B-9C61-D327AF9ACF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515132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C1906A-AC78-6F75-F5FD-C148AA26A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5" y="1663054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1D4A02F9-EC6F-4ED3-FC0F-43DF570BE0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01175" y="515132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E1467097-B4F7-4F84-B77F-9E1D1BC285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401175" y="1663054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B93AF132-7A1E-440D-0EFB-E9FABD1909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6675" y="3550433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D975CD20-EE79-F307-3F81-DE02642B030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16675" y="4698355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8BD5F31C-76C9-A81E-BBB8-7A4123C6BE6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01175" y="3550433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BA5770D6-0C02-C1DE-5523-13C080DD914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01175" y="4698355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4772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68BE-B713-4F21-333D-D8EF78AC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1049"/>
            <a:ext cx="3987800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2B5C31C3-A651-BD39-18C5-5FB7170A88FD}"/>
              </a:ext>
            </a:extLst>
          </p:cNvPr>
          <p:cNvSpPr/>
          <p:nvPr userDrawn="1"/>
        </p:nvSpPr>
        <p:spPr>
          <a:xfrm>
            <a:off x="6210300" y="285752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EE8B4-8F53-B2CF-0B84-F383C7F99453}"/>
              </a:ext>
            </a:extLst>
          </p:cNvPr>
          <p:cNvSpPr/>
          <p:nvPr userDrawn="1"/>
        </p:nvSpPr>
        <p:spPr>
          <a:xfrm>
            <a:off x="228600" y="2371790"/>
            <a:ext cx="228600" cy="6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7E318-4125-DB8C-4010-AAB6ADCB4F53}"/>
              </a:ext>
            </a:extLst>
          </p:cNvPr>
          <p:cNvSpPr/>
          <p:nvPr userDrawn="1"/>
        </p:nvSpPr>
        <p:spPr>
          <a:xfrm>
            <a:off x="609600" y="2080727"/>
            <a:ext cx="228600" cy="9006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2261B7-AC1E-7F31-C301-3347D9127654}"/>
              </a:ext>
            </a:extLst>
          </p:cNvPr>
          <p:cNvSpPr/>
          <p:nvPr userDrawn="1"/>
        </p:nvSpPr>
        <p:spPr>
          <a:xfrm>
            <a:off x="990600" y="1789664"/>
            <a:ext cx="228600" cy="11917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F04E18F-99C8-5F2B-9C61-D327AF9ACF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515132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C1906A-AC78-6F75-F5FD-C148AA26A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5" y="1136649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8C4B483C-EE28-D6EE-F075-D45AB9B7D1A2}"/>
              </a:ext>
            </a:extLst>
          </p:cNvPr>
          <p:cNvSpPr/>
          <p:nvPr userDrawn="1"/>
        </p:nvSpPr>
        <p:spPr>
          <a:xfrm>
            <a:off x="6210300" y="4547892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A9C8D5B5-96C9-3CC8-1991-F39A4C8490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16675" y="4777272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932EB53-FF64-2821-11B9-5E358AAC6C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16675" y="5398789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Rectangle: Single Corner Snipped 23">
            <a:extLst>
              <a:ext uri="{FF2B5EF4-FFF2-40B4-BE49-F238E27FC236}">
                <a16:creationId xmlns:a16="http://schemas.microsoft.com/office/drawing/2014/main" id="{EB3F5546-0D27-990B-DBD8-D8AA3345BA05}"/>
              </a:ext>
            </a:extLst>
          </p:cNvPr>
          <p:cNvSpPr/>
          <p:nvPr userDrawn="1"/>
        </p:nvSpPr>
        <p:spPr>
          <a:xfrm>
            <a:off x="6210300" y="2371790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12" descr="Subtitle">
            <a:extLst>
              <a:ext uri="{FF2B5EF4-FFF2-40B4-BE49-F238E27FC236}">
                <a16:creationId xmlns:a16="http://schemas.microsoft.com/office/drawing/2014/main" id="{C119266C-A9CD-0A00-61B3-BD25681CE22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6675" y="2601170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3D06095-71D1-D6F9-4C5B-BB986AFEB16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16675" y="3222687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22125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2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F740C-F5CC-B80D-CA55-A9E41BAB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27DF5A-60FC-CFE8-F222-32ABFD014795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43262D7-6E36-CEB0-554F-AEEACE430E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4984750" cy="47582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71A614-FD51-3977-FC1D-BE6C0C4999EB}"/>
              </a:ext>
            </a:extLst>
          </p:cNvPr>
          <p:cNvSpPr/>
          <p:nvPr userDrawn="1"/>
        </p:nvSpPr>
        <p:spPr>
          <a:xfrm>
            <a:off x="7080250" y="1536700"/>
            <a:ext cx="4114800" cy="40214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A5891D1D-C8B6-81AD-2D3D-2A0B67506D0D}"/>
              </a:ext>
            </a:extLst>
          </p:cNvPr>
          <p:cNvSpPr/>
          <p:nvPr userDrawn="1"/>
        </p:nvSpPr>
        <p:spPr>
          <a:xfrm rot="16200000" flipH="1">
            <a:off x="6767675" y="1704650"/>
            <a:ext cx="4208106" cy="4208106"/>
          </a:xfrm>
          <a:prstGeom prst="snip1Rect">
            <a:avLst>
              <a:gd name="adj" fmla="val 1001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2627004C-7B12-1542-03F2-F2F64B7F656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76303" y="2313278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022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C4511-0653-B66B-1E1D-CCB3A7CB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2C3BD0-9B2F-651D-343A-92798AF4E2CF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159575-086B-E51F-865F-FBBDA2A59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10189288" cy="49561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57A0370-62FC-B13C-6F33-A47AFBA79081}"/>
              </a:ext>
            </a:extLst>
          </p:cNvPr>
          <p:cNvGrpSpPr/>
          <p:nvPr userDrawn="1"/>
        </p:nvGrpSpPr>
        <p:grpSpPr>
          <a:xfrm>
            <a:off x="10482258" y="5148613"/>
            <a:ext cx="3454391" cy="1929920"/>
            <a:chOff x="10482258" y="5148613"/>
            <a:chExt cx="3454391" cy="192992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A101100-FE10-A90E-4853-D4A690DEE78F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5E33789-8744-5228-E251-FB2611005AD5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E64C126-B7B0-0A4C-43BF-CADC64C887B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9BD3FFD-AC2B-BFB5-359F-41C3FF290231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098A94A-482B-4706-628E-CF106916031B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44856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22C3BD0-9B2F-651D-343A-92798AF4E2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AC4511-0653-B66B-1E1D-CCB3A7CB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159575-086B-E51F-865F-FBBDA2A59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10189288" cy="4956174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5464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BFC2-59BA-7F94-A07F-87021312E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47D975-2C23-B5FD-7160-84AFCCB8B4EB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21646A4-25E9-2EE2-33AE-DBFCDF9D2E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1A8F719-2B07-591C-8948-7C6B930E02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75600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2CE3CD9-F41B-F8F8-F1C5-56F04EE5E17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90681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0F52B-095C-0DC4-F9B1-89479E411A03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6BFDF1D0-61DC-F06D-47C9-EE3210AFC80B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1E9410A1-C2E8-4D07-E489-882BC6229EE4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2626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CE0743-86EE-8636-568D-EB4F470C0D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92FE99-7B5C-B630-A098-18681B8A1F90}"/>
              </a:ext>
            </a:extLst>
          </p:cNvPr>
          <p:cNvSpPr/>
          <p:nvPr userDrawn="1"/>
        </p:nvSpPr>
        <p:spPr>
          <a:xfrm>
            <a:off x="8972550" y="0"/>
            <a:ext cx="321945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681A4B-FAE0-B598-0A5D-FEE4F0FA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A04A56-1211-94AE-BCAB-7CCB0CF8A0BE}"/>
              </a:ext>
            </a:extLst>
          </p:cNvPr>
          <p:cNvSpPr/>
          <p:nvPr userDrawn="1"/>
        </p:nvSpPr>
        <p:spPr>
          <a:xfrm>
            <a:off x="996950" y="1905000"/>
            <a:ext cx="4229100" cy="3984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FDF46A9-827C-2EA6-15F7-9751636611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6950" y="1905000"/>
            <a:ext cx="4108450" cy="387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: Single Corner Snipped 10">
            <a:extLst>
              <a:ext uri="{FF2B5EF4-FFF2-40B4-BE49-F238E27FC236}">
                <a16:creationId xmlns:a16="http://schemas.microsoft.com/office/drawing/2014/main" id="{6B1B389F-0E0A-43F3-8664-480B6AB99A8C}"/>
              </a:ext>
            </a:extLst>
          </p:cNvPr>
          <p:cNvSpPr/>
          <p:nvPr userDrawn="1"/>
        </p:nvSpPr>
        <p:spPr>
          <a:xfrm>
            <a:off x="5981700" y="365126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F85CCBD-0568-8BF7-A63F-5EFC188BED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8650" y="520700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01CCFBE-D2A8-08E1-8F41-B3623DE23E6A}"/>
              </a:ext>
            </a:extLst>
          </p:cNvPr>
          <p:cNvGrpSpPr/>
          <p:nvPr userDrawn="1"/>
        </p:nvGrpSpPr>
        <p:grpSpPr>
          <a:xfrm>
            <a:off x="6220978" y="701691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DF44D694-183A-05AE-5DB5-93D371AAE664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ross 15">
              <a:extLst>
                <a:ext uri="{FF2B5EF4-FFF2-40B4-BE49-F238E27FC236}">
                  <a16:creationId xmlns:a16="http://schemas.microsoft.com/office/drawing/2014/main" id="{C7335CC3-654E-C5B8-E79E-E1E989640E5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: Single Corner Snipped 21">
            <a:extLst>
              <a:ext uri="{FF2B5EF4-FFF2-40B4-BE49-F238E27FC236}">
                <a16:creationId xmlns:a16="http://schemas.microsoft.com/office/drawing/2014/main" id="{B45AACCC-C40E-4992-1A2D-509D78EC4E2C}"/>
              </a:ext>
            </a:extLst>
          </p:cNvPr>
          <p:cNvSpPr/>
          <p:nvPr userDrawn="1"/>
        </p:nvSpPr>
        <p:spPr>
          <a:xfrm>
            <a:off x="5981700" y="1876154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EE5173A-2B40-CEB8-AEEE-9C362849B6D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78650" y="2031728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7077F2-A6DA-45BF-318E-746CAB3FDF3A}"/>
              </a:ext>
            </a:extLst>
          </p:cNvPr>
          <p:cNvGrpSpPr/>
          <p:nvPr userDrawn="1"/>
        </p:nvGrpSpPr>
        <p:grpSpPr>
          <a:xfrm>
            <a:off x="6220978" y="2212719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25" name="Cross 24">
              <a:extLst>
                <a:ext uri="{FF2B5EF4-FFF2-40B4-BE49-F238E27FC236}">
                  <a16:creationId xmlns:a16="http://schemas.microsoft.com/office/drawing/2014/main" id="{D5D23DEA-2C53-6394-87D9-8ADA6DB11431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Cross 25">
              <a:extLst>
                <a:ext uri="{FF2B5EF4-FFF2-40B4-BE49-F238E27FC236}">
                  <a16:creationId xmlns:a16="http://schemas.microsoft.com/office/drawing/2014/main" id="{3A9626E9-47BC-DCBC-B831-23101E8FC091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: Single Corner Snipped 26">
            <a:extLst>
              <a:ext uri="{FF2B5EF4-FFF2-40B4-BE49-F238E27FC236}">
                <a16:creationId xmlns:a16="http://schemas.microsoft.com/office/drawing/2014/main" id="{57D6590C-526E-8CE7-B8FB-E080B5E77122}"/>
              </a:ext>
            </a:extLst>
          </p:cNvPr>
          <p:cNvSpPr/>
          <p:nvPr userDrawn="1"/>
        </p:nvSpPr>
        <p:spPr>
          <a:xfrm>
            <a:off x="5981700" y="3387182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67C4E6C2-04CF-A433-7116-E2D5441DF9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78650" y="3542756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A3279AF-7D64-E287-F964-25F01A0CCE35}"/>
              </a:ext>
            </a:extLst>
          </p:cNvPr>
          <p:cNvGrpSpPr/>
          <p:nvPr userDrawn="1"/>
        </p:nvGrpSpPr>
        <p:grpSpPr>
          <a:xfrm>
            <a:off x="6220978" y="3723747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30" name="Cross 29">
              <a:extLst>
                <a:ext uri="{FF2B5EF4-FFF2-40B4-BE49-F238E27FC236}">
                  <a16:creationId xmlns:a16="http://schemas.microsoft.com/office/drawing/2014/main" id="{B02DF367-65B5-CABA-7519-12DD1935D559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Cross 30">
              <a:extLst>
                <a:ext uri="{FF2B5EF4-FFF2-40B4-BE49-F238E27FC236}">
                  <a16:creationId xmlns:a16="http://schemas.microsoft.com/office/drawing/2014/main" id="{221A2A40-E001-8E28-C96F-48A631492DDC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: Single Corner Snipped 31">
            <a:extLst>
              <a:ext uri="{FF2B5EF4-FFF2-40B4-BE49-F238E27FC236}">
                <a16:creationId xmlns:a16="http://schemas.microsoft.com/office/drawing/2014/main" id="{71AA295D-6AED-7EDA-C109-CABF3833F94F}"/>
              </a:ext>
            </a:extLst>
          </p:cNvPr>
          <p:cNvSpPr/>
          <p:nvPr userDrawn="1"/>
        </p:nvSpPr>
        <p:spPr>
          <a:xfrm>
            <a:off x="5981700" y="4898210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93588E33-AA65-E10C-C02E-B109E2DBD7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78650" y="5053784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61DA743-1667-CA01-0FC7-ADD79CB1AA6C}"/>
              </a:ext>
            </a:extLst>
          </p:cNvPr>
          <p:cNvGrpSpPr/>
          <p:nvPr userDrawn="1"/>
        </p:nvGrpSpPr>
        <p:grpSpPr>
          <a:xfrm>
            <a:off x="6220978" y="5234775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35" name="Cross 34">
              <a:extLst>
                <a:ext uri="{FF2B5EF4-FFF2-40B4-BE49-F238E27FC236}">
                  <a16:creationId xmlns:a16="http://schemas.microsoft.com/office/drawing/2014/main" id="{C470FFB9-0823-D1A0-68E2-D2C20C66D87A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Cross 35">
              <a:extLst>
                <a:ext uri="{FF2B5EF4-FFF2-40B4-BE49-F238E27FC236}">
                  <a16:creationId xmlns:a16="http://schemas.microsoft.com/office/drawing/2014/main" id="{3E2AC726-8F33-71C0-C8C3-ECF6E0EBD03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1385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6F1317D-5B43-BCB8-4CBF-C70F98736698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F0CD30-09B1-2940-0364-4C8CB0A51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66726"/>
            <a:ext cx="4216400" cy="7942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B4D2C3-62DE-1041-5434-23AF33AEE6E4}"/>
              </a:ext>
            </a:extLst>
          </p:cNvPr>
          <p:cNvSpPr/>
          <p:nvPr userDrawn="1"/>
        </p:nvSpPr>
        <p:spPr>
          <a:xfrm>
            <a:off x="876300" y="1778000"/>
            <a:ext cx="4229100" cy="3984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69A320F3-4F3B-8BEA-E921-DC3BFA83BC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78000"/>
            <a:ext cx="4108450" cy="387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D328961-6754-8627-5ACA-4B96A2960D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8650" y="1587500"/>
            <a:ext cx="4502150" cy="406400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F1EFDAF-2FCD-2D96-3D8F-1B3ABA6C7B30}"/>
              </a:ext>
            </a:extLst>
          </p:cNvPr>
          <p:cNvGrpSpPr/>
          <p:nvPr userDrawn="1"/>
        </p:nvGrpSpPr>
        <p:grpSpPr>
          <a:xfrm>
            <a:off x="6972300" y="619157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6004B98A-E797-C19C-0A84-4A167B195473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A0922105-0157-A472-3613-471272530F25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91544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2 - Imag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74800"/>
            <a:ext cx="4216400" cy="49180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30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911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74799"/>
            <a:ext cx="4216400" cy="47874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30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269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2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86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8650" y="1574800"/>
            <a:ext cx="4216400" cy="474899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4836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20544F9-D433-7810-B017-D0BAA44792A9}"/>
              </a:ext>
            </a:extLst>
          </p:cNvPr>
          <p:cNvSpPr/>
          <p:nvPr userDrawn="1"/>
        </p:nvSpPr>
        <p:spPr>
          <a:xfrm>
            <a:off x="0" y="0"/>
            <a:ext cx="52133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9B6A3D-D22F-81F9-E566-16C741D95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700" y="365126"/>
            <a:ext cx="521335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FE260F9F-007A-BE4B-6599-1C172D9E632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1250" y="1933575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55CC7F-937A-1483-2D75-4C02542961B7}"/>
              </a:ext>
            </a:extLst>
          </p:cNvPr>
          <p:cNvGrpSpPr/>
          <p:nvPr userDrawn="1"/>
        </p:nvGrpSpPr>
        <p:grpSpPr>
          <a:xfrm>
            <a:off x="-538519" y="-507547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9" name="Cross 8">
              <a:extLst>
                <a:ext uri="{FF2B5EF4-FFF2-40B4-BE49-F238E27FC236}">
                  <a16:creationId xmlns:a16="http://schemas.microsoft.com/office/drawing/2014/main" id="{BF9C3E48-46F0-55C1-9A9C-56C9DB778FA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ross 9">
              <a:extLst>
                <a:ext uri="{FF2B5EF4-FFF2-40B4-BE49-F238E27FC236}">
                  <a16:creationId xmlns:a16="http://schemas.microsoft.com/office/drawing/2014/main" id="{5D02BE1D-CF58-D26E-5EBF-BC91848BDE0E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739FE5D6-398B-672C-87DA-891BC8177C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75350" y="1683532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AD675FF-5B7C-CB1D-14C6-80E20C6DB5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5350" y="2234554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40398EF-B871-0B9D-BB40-1E43645438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75350" y="5312287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14316A0B-A592-F91E-C1F1-F8F18C2DD6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5350" y="3219450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Contact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9AF34DA7-5442-C094-03C1-149DAAEFCF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75350" y="3770472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DE147B6-37CF-C256-6431-5133D2CFF8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75350" y="4761265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</p:spTree>
    <p:extLst>
      <p:ext uri="{BB962C8B-B14F-4D97-AF65-F5344CB8AC3E}">
        <p14:creationId xmlns:p14="http://schemas.microsoft.com/office/powerpoint/2010/main" val="9176461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24C91-0BF5-C74A-6F0E-43AF1B36C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365126"/>
            <a:ext cx="498475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5F1C0FE-F435-CF87-86CA-17BAC02892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10300" y="1460500"/>
            <a:ext cx="4984750" cy="4495800"/>
          </a:xfrm>
          <a:prstGeom prst="snip1Rect">
            <a:avLst>
              <a:gd name="adj" fmla="val 8192"/>
            </a:avLst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BE7E66E7-2ABE-0E01-729D-251AC6D7A2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6950" y="365126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Number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A53D881-9FC6-69D2-474C-EC98E53663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788274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A8BBE86F-3A2F-B078-E874-DCE82594AB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6950" y="1721012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20BD34A-0D42-60FE-C0B9-49D26220B0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6950" y="2144160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7806D1F-28E1-57B3-DFF1-2B9664E96D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6950" y="3076898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DF2012-8C50-8AE5-8B0E-D6DD34AE66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96950" y="3500046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3CBEFFF-630B-F061-606E-8D2EF105A0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6950" y="4432784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A4CF03BE-4FD6-6099-A8A7-59F6E602794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96950" y="4855932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61490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 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00D9D-4788-0A28-3D76-511FB7156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BE2DE2-60AA-F005-320C-768FC71CD9DB}"/>
              </a:ext>
            </a:extLst>
          </p:cNvPr>
          <p:cNvSpPr/>
          <p:nvPr userDrawn="1"/>
        </p:nvSpPr>
        <p:spPr>
          <a:xfrm>
            <a:off x="996950" y="3095625"/>
            <a:ext cx="10198100" cy="127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8D5D6AB-8817-FE03-DCE2-DA6948D6F92B}"/>
              </a:ext>
            </a:extLst>
          </p:cNvPr>
          <p:cNvSpPr/>
          <p:nvPr userDrawn="1"/>
        </p:nvSpPr>
        <p:spPr>
          <a:xfrm>
            <a:off x="1946275" y="2995612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9817456-3B39-35D7-3B1B-7B9BB4210AE8}"/>
              </a:ext>
            </a:extLst>
          </p:cNvPr>
          <p:cNvSpPr/>
          <p:nvPr userDrawn="1"/>
        </p:nvSpPr>
        <p:spPr>
          <a:xfrm>
            <a:off x="9928031" y="2995612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B1E3EF-81AE-88FC-4831-420E490352A2}"/>
              </a:ext>
            </a:extLst>
          </p:cNvPr>
          <p:cNvSpPr/>
          <p:nvPr userDrawn="1"/>
        </p:nvSpPr>
        <p:spPr>
          <a:xfrm>
            <a:off x="5937153" y="2982719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DCF831C3-97AE-2EF9-441F-6CEDE79513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8662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6636D0A-5360-B9DB-B6F2-87BC8F0E98B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8662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80D54587-D521-DB17-CE0E-A55F6C37F7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19540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2"/>
                </a:solidFill>
              </a:defRPr>
            </a:lvl1pPr>
            <a:lvl2pPr algn="ctr">
              <a:defRPr sz="1800" b="1">
                <a:solidFill>
                  <a:schemeClr val="accent2"/>
                </a:solidFill>
              </a:defRPr>
            </a:lvl2pPr>
            <a:lvl3pPr algn="ctr">
              <a:defRPr sz="1800" b="1">
                <a:solidFill>
                  <a:schemeClr val="accent2"/>
                </a:solidFill>
              </a:defRPr>
            </a:lvl3pPr>
            <a:lvl4pPr algn="ctr">
              <a:defRPr sz="1800" b="1">
                <a:solidFill>
                  <a:schemeClr val="accent2"/>
                </a:solidFill>
              </a:defRPr>
            </a:lvl4pPr>
            <a:lvl5pPr algn="ct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EEA3038-CEA0-35D7-E10D-B51934ABF6A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19540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56C6CB5F-CC7C-B5E3-68A7-9FF5BE9264E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10418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5B5417C-DCFD-57B2-A49A-08068E9CFE7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710418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6483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FB65-CC45-8189-5D73-42DEEE46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6"/>
            <a:ext cx="10690225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DD0B4-3833-E65A-2F1F-D66B161E4A3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44053AC0-D505-442E-02C4-36578E3BAD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254F1380-26E6-7CA6-798E-9CB7F7235DB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117C211-EC9D-53FB-F422-D56B427D20E2}"/>
              </a:ext>
            </a:extLst>
          </p:cNvPr>
          <p:cNvSpPr/>
          <p:nvPr userDrawn="1"/>
        </p:nvSpPr>
        <p:spPr>
          <a:xfrm>
            <a:off x="2990850" y="1764007"/>
            <a:ext cx="120650" cy="42430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DF104-E704-70EB-7F5A-34FF9FF56A55}"/>
              </a:ext>
            </a:extLst>
          </p:cNvPr>
          <p:cNvSpPr/>
          <p:nvPr userDrawn="1"/>
        </p:nvSpPr>
        <p:spPr>
          <a:xfrm>
            <a:off x="2887662" y="2092131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5CC76031-BB04-7CE2-A848-637E94C99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825" y="1947765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4"/>
                </a:solidFill>
              </a:defRPr>
            </a:lvl1pPr>
            <a:lvl2pPr algn="r">
              <a:defRPr sz="1800" b="1">
                <a:solidFill>
                  <a:schemeClr val="accent4"/>
                </a:solidFill>
              </a:defRPr>
            </a:lvl2pPr>
            <a:lvl3pPr algn="r">
              <a:defRPr sz="1800" b="1">
                <a:solidFill>
                  <a:schemeClr val="accent4"/>
                </a:solidFill>
              </a:defRPr>
            </a:lvl3pPr>
            <a:lvl4pPr algn="r">
              <a:defRPr sz="1800" b="1">
                <a:solidFill>
                  <a:schemeClr val="accent4"/>
                </a:solidFill>
              </a:defRPr>
            </a:lvl4pPr>
            <a:lvl5pPr algn="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EF6C4F-534F-4B45-52E1-F35F880DA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8512" y="1947765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60A706-7ABB-4A8B-314A-811EDDAE01FF}"/>
              </a:ext>
            </a:extLst>
          </p:cNvPr>
          <p:cNvSpPr/>
          <p:nvPr userDrawn="1"/>
        </p:nvSpPr>
        <p:spPr>
          <a:xfrm>
            <a:off x="2887662" y="5370643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19ABCAD-FA9A-96CE-9FDD-6A80E82ADF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5226277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3"/>
                </a:solidFill>
              </a:defRPr>
            </a:lvl1pPr>
            <a:lvl2pPr algn="r">
              <a:defRPr sz="1800" b="1">
                <a:solidFill>
                  <a:schemeClr val="accent3"/>
                </a:solidFill>
              </a:defRPr>
            </a:lvl2pPr>
            <a:lvl3pPr algn="r">
              <a:defRPr sz="1800" b="1">
                <a:solidFill>
                  <a:schemeClr val="accent3"/>
                </a:solidFill>
              </a:defRPr>
            </a:lvl3pPr>
            <a:lvl4pPr algn="r">
              <a:defRPr sz="1800" b="1">
                <a:solidFill>
                  <a:schemeClr val="accent3"/>
                </a:solidFill>
              </a:defRPr>
            </a:lvl4pPr>
            <a:lvl5pPr algn="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A69B0ED-90F4-2B6B-4A43-E2511920A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8512" y="5226277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4E51ED-8AE9-574F-ACF0-FEA4DD1CE340}"/>
              </a:ext>
            </a:extLst>
          </p:cNvPr>
          <p:cNvSpPr/>
          <p:nvPr userDrawn="1"/>
        </p:nvSpPr>
        <p:spPr>
          <a:xfrm>
            <a:off x="2887662" y="3732570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2" descr="Subtitle">
            <a:extLst>
              <a:ext uri="{FF2B5EF4-FFF2-40B4-BE49-F238E27FC236}">
                <a16:creationId xmlns:a16="http://schemas.microsoft.com/office/drawing/2014/main" id="{A139729A-58D1-B000-F5DA-600C859356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3588204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2"/>
                </a:solidFill>
              </a:defRPr>
            </a:lvl1pPr>
            <a:lvl2pPr algn="r">
              <a:defRPr sz="1800" b="1">
                <a:solidFill>
                  <a:schemeClr val="accent2"/>
                </a:solidFill>
              </a:defRPr>
            </a:lvl2pPr>
            <a:lvl3pPr algn="r">
              <a:defRPr sz="1800" b="1">
                <a:solidFill>
                  <a:schemeClr val="accent2"/>
                </a:solidFill>
              </a:defRPr>
            </a:lvl3pPr>
            <a:lvl4pPr algn="r">
              <a:defRPr sz="1800" b="1">
                <a:solidFill>
                  <a:schemeClr val="accent2"/>
                </a:solidFill>
              </a:defRPr>
            </a:lvl4pPr>
            <a:lvl5pPr algn="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088A578-71F6-4D50-EB7D-48BED2512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8512" y="3588204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5218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items on timelin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FB65-CC45-8189-5D73-42DEEE46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6"/>
            <a:ext cx="10690225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DD0B4-3833-E65A-2F1F-D66B161E4A3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44053AC0-D505-442E-02C4-36578E3BAD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254F1380-26E6-7CA6-798E-9CB7F7235DB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117C211-EC9D-53FB-F422-D56B427D20E2}"/>
              </a:ext>
            </a:extLst>
          </p:cNvPr>
          <p:cNvSpPr/>
          <p:nvPr userDrawn="1"/>
        </p:nvSpPr>
        <p:spPr>
          <a:xfrm>
            <a:off x="2990850" y="1764007"/>
            <a:ext cx="120650" cy="43939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DF104-E704-70EB-7F5A-34FF9FF56A55}"/>
              </a:ext>
            </a:extLst>
          </p:cNvPr>
          <p:cNvSpPr/>
          <p:nvPr userDrawn="1"/>
        </p:nvSpPr>
        <p:spPr>
          <a:xfrm>
            <a:off x="2887662" y="2092131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5CC76031-BB04-7CE2-A848-637E94C99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825" y="1947765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4"/>
                </a:solidFill>
              </a:defRPr>
            </a:lvl1pPr>
            <a:lvl2pPr algn="r">
              <a:defRPr sz="1800" b="1">
                <a:solidFill>
                  <a:schemeClr val="accent4"/>
                </a:solidFill>
              </a:defRPr>
            </a:lvl2pPr>
            <a:lvl3pPr algn="r">
              <a:defRPr sz="1800" b="1">
                <a:solidFill>
                  <a:schemeClr val="accent4"/>
                </a:solidFill>
              </a:defRPr>
            </a:lvl3pPr>
            <a:lvl4pPr algn="r">
              <a:defRPr sz="1800" b="1">
                <a:solidFill>
                  <a:schemeClr val="accent4"/>
                </a:solidFill>
              </a:defRPr>
            </a:lvl4pPr>
            <a:lvl5pPr algn="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EF6C4F-534F-4B45-52E1-F35F880DA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8512" y="1947765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60A706-7ABB-4A8B-314A-811EDDAE01FF}"/>
              </a:ext>
            </a:extLst>
          </p:cNvPr>
          <p:cNvSpPr/>
          <p:nvPr userDrawn="1"/>
        </p:nvSpPr>
        <p:spPr>
          <a:xfrm>
            <a:off x="2887662" y="4441377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19ABCAD-FA9A-96CE-9FDD-6A80E82ADF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4297011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3"/>
                </a:solidFill>
              </a:defRPr>
            </a:lvl1pPr>
            <a:lvl2pPr algn="r">
              <a:defRPr sz="1800" b="1">
                <a:solidFill>
                  <a:schemeClr val="accent3"/>
                </a:solidFill>
              </a:defRPr>
            </a:lvl2pPr>
            <a:lvl3pPr algn="r">
              <a:defRPr sz="1800" b="1">
                <a:solidFill>
                  <a:schemeClr val="accent3"/>
                </a:solidFill>
              </a:defRPr>
            </a:lvl3pPr>
            <a:lvl4pPr algn="r">
              <a:defRPr sz="1800" b="1">
                <a:solidFill>
                  <a:schemeClr val="accent3"/>
                </a:solidFill>
              </a:defRPr>
            </a:lvl4pPr>
            <a:lvl5pPr algn="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A69B0ED-90F4-2B6B-4A43-E2511920A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8512" y="4297011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4E51ED-8AE9-574F-ACF0-FEA4DD1CE340}"/>
              </a:ext>
            </a:extLst>
          </p:cNvPr>
          <p:cNvSpPr/>
          <p:nvPr userDrawn="1"/>
        </p:nvSpPr>
        <p:spPr>
          <a:xfrm>
            <a:off x="2887662" y="3188443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2" descr="Subtitle">
            <a:extLst>
              <a:ext uri="{FF2B5EF4-FFF2-40B4-BE49-F238E27FC236}">
                <a16:creationId xmlns:a16="http://schemas.microsoft.com/office/drawing/2014/main" id="{A139729A-58D1-B000-F5DA-600C859356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3044077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2"/>
                </a:solidFill>
              </a:defRPr>
            </a:lvl1pPr>
            <a:lvl2pPr algn="r">
              <a:defRPr sz="1800" b="1">
                <a:solidFill>
                  <a:schemeClr val="accent2"/>
                </a:solidFill>
              </a:defRPr>
            </a:lvl2pPr>
            <a:lvl3pPr algn="r">
              <a:defRPr sz="1800" b="1">
                <a:solidFill>
                  <a:schemeClr val="accent2"/>
                </a:solidFill>
              </a:defRPr>
            </a:lvl3pPr>
            <a:lvl4pPr algn="r">
              <a:defRPr sz="1800" b="1">
                <a:solidFill>
                  <a:schemeClr val="accent2"/>
                </a:solidFill>
              </a:defRPr>
            </a:lvl4pPr>
            <a:lvl5pPr algn="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088A578-71F6-4D50-EB7D-48BED2512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8512" y="3044077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CC96883-4C53-0D66-174F-3247B7E50818}"/>
              </a:ext>
            </a:extLst>
          </p:cNvPr>
          <p:cNvSpPr/>
          <p:nvPr userDrawn="1"/>
        </p:nvSpPr>
        <p:spPr>
          <a:xfrm>
            <a:off x="2887662" y="5535710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767CA9E-BA99-AE3D-4BC9-C32DB0BEB0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04825" y="5391344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tx1"/>
                </a:solidFill>
              </a:defRPr>
            </a:lvl1pPr>
            <a:lvl2pPr algn="r">
              <a:defRPr sz="1800" b="1">
                <a:solidFill>
                  <a:schemeClr val="tx1"/>
                </a:solidFill>
              </a:defRPr>
            </a:lvl2pPr>
            <a:lvl3pPr algn="r">
              <a:defRPr sz="1800" b="1">
                <a:solidFill>
                  <a:schemeClr val="tx1"/>
                </a:solidFill>
              </a:defRPr>
            </a:lvl3pPr>
            <a:lvl4pPr algn="r">
              <a:defRPr sz="1800" b="1">
                <a:solidFill>
                  <a:schemeClr val="tx1"/>
                </a:solidFill>
              </a:defRPr>
            </a:lvl4pPr>
            <a:lvl5pPr algn="r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3C1ED6A-7ECE-907A-9813-18D58B7CC2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38512" y="5391344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8749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545F9-183F-8C46-E962-447568F55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C70AEE-40AE-5404-7C60-FE46A5AE9032}"/>
              </a:ext>
            </a:extLst>
          </p:cNvPr>
          <p:cNvSpPr/>
          <p:nvPr userDrawn="1"/>
        </p:nvSpPr>
        <p:spPr>
          <a:xfrm>
            <a:off x="996950" y="2082800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13B7FE85-08F9-2EDD-7F8B-1FC16ACA4C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93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2B5E14B-3EA4-BB7C-D71E-475A7F2EC1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9130A2-A103-71AE-AC8B-BDB9DB888EB8}"/>
              </a:ext>
            </a:extLst>
          </p:cNvPr>
          <p:cNvSpPr/>
          <p:nvPr userDrawn="1"/>
        </p:nvSpPr>
        <p:spPr>
          <a:xfrm>
            <a:off x="6978650" y="2082800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0F49FEEE-C7FD-C339-0F35-058784FBFFA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310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8F8FB46-3545-F5EE-0507-2B3347F356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042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A87E07-B637-6131-42A4-3691DB40B22C}"/>
              </a:ext>
            </a:extLst>
          </p:cNvPr>
          <p:cNvSpPr/>
          <p:nvPr userDrawn="1"/>
        </p:nvSpPr>
        <p:spPr>
          <a:xfrm>
            <a:off x="996950" y="3968848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C12EEE40-8086-4605-7C09-AA5A825C77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9350" y="415944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FD64532-BB44-3D59-327F-393F68C3803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22500" y="415944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8AC1A0-08A4-6B4D-5124-54CAB75125FC}"/>
              </a:ext>
            </a:extLst>
          </p:cNvPr>
          <p:cNvSpPr/>
          <p:nvPr userDrawn="1"/>
        </p:nvSpPr>
        <p:spPr>
          <a:xfrm>
            <a:off x="6978650" y="3971827"/>
            <a:ext cx="996950" cy="9969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2" descr="Subtitle">
            <a:extLst>
              <a:ext uri="{FF2B5EF4-FFF2-40B4-BE49-F238E27FC236}">
                <a16:creationId xmlns:a16="http://schemas.microsoft.com/office/drawing/2014/main" id="{8682A340-6C29-ED2B-CD8D-304416C6FDC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31050" y="4162424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8D55A99B-74A2-E1C8-5B67-A63F5B9ABC3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200" y="416242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9DDBE92-43BD-5DC3-A30E-F48035EE7D74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22" name="Cross 21">
              <a:extLst>
                <a:ext uri="{FF2B5EF4-FFF2-40B4-BE49-F238E27FC236}">
                  <a16:creationId xmlns:a16="http://schemas.microsoft.com/office/drawing/2014/main" id="{3B26AD83-ED48-B427-0035-7294B5FA591C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Cross 22">
              <a:extLst>
                <a:ext uri="{FF2B5EF4-FFF2-40B4-BE49-F238E27FC236}">
                  <a16:creationId xmlns:a16="http://schemas.microsoft.com/office/drawing/2014/main" id="{9334C6EF-76F2-7C82-763C-B4AB2BF94D6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6082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8920C-38F2-7F7C-81E6-EF7E3E907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7E7253-2886-3009-BBED-E7910D6F29BF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3DF4597-62B7-ABA3-0653-57A51D372C04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2E50EC-C4F4-0154-CDF6-BEC56DD02083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0A511BC-E5BE-BC07-5DE5-1ED5E807D707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07DA62-1F98-B6CB-E2C2-2A482E155A79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BB495D7-E9C1-E738-BE93-00929487200F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54627622-6B5A-9E38-D472-6E31603E6587}"/>
              </a:ext>
            </a:extLst>
          </p:cNvPr>
          <p:cNvSpPr/>
          <p:nvPr userDrawn="1"/>
        </p:nvSpPr>
        <p:spPr>
          <a:xfrm>
            <a:off x="6978650" y="460751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41491D-6E0F-CDB1-E88A-CC8C5416B5A5}"/>
              </a:ext>
            </a:extLst>
          </p:cNvPr>
          <p:cNvSpPr/>
          <p:nvPr userDrawn="1"/>
        </p:nvSpPr>
        <p:spPr>
          <a:xfrm>
            <a:off x="6978650" y="1987699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793197-BAC4-C4F5-8685-66A6180F5690}"/>
              </a:ext>
            </a:extLst>
          </p:cNvPr>
          <p:cNvSpPr/>
          <p:nvPr userDrawn="1"/>
        </p:nvSpPr>
        <p:spPr>
          <a:xfrm>
            <a:off x="6978650" y="3514647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67D997-135F-5CA9-F2B3-68F0E9CB2D19}"/>
              </a:ext>
            </a:extLst>
          </p:cNvPr>
          <p:cNvSpPr/>
          <p:nvPr userDrawn="1"/>
        </p:nvSpPr>
        <p:spPr>
          <a:xfrm>
            <a:off x="6978650" y="5041595"/>
            <a:ext cx="4216400" cy="1044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8B6A2996-CBBC-850B-6E23-121D6CDC4E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67497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8DA8FD4-ADBC-F628-5B69-0D7A9ED2B5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688038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68A7392D-5845-C0ED-6D34-1AB0A1BB0D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179859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B8143701-452E-F460-B942-CF84CBD87F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19292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C67D3E8E-6CFD-8234-2668-60BCA783585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3732371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48192CAA-AA90-3D6C-A83E-DE366FB22BB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374543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F6E66C30-20EC-00BC-3F21-D9D4920D637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8038" y="524678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117E67CE-E204-02D1-70EE-82FF9C31274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16081" y="525984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37815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89D7-FCF0-C722-EF01-11DD94858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6826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8151A8B-C2F7-275E-76E5-C7BA15E3CB20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84FB3957-6CF4-9FB1-9EE1-5F6C5A089753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CB6ED1EC-456B-12CD-1F1C-02A379C3680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32C8CD6B-E5BE-20C8-648E-CC34A382DC2A}"/>
              </a:ext>
            </a:extLst>
          </p:cNvPr>
          <p:cNvSpPr/>
          <p:nvPr userDrawn="1"/>
        </p:nvSpPr>
        <p:spPr>
          <a:xfrm>
            <a:off x="228600" y="38620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FCF2DC17-7BBB-5BFF-D983-69A0370223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588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66ECC0C-F5F0-4FE4-02C9-71F9EE988A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4150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855D9C-DB92-351D-2B46-74995B2255A9}"/>
              </a:ext>
            </a:extLst>
          </p:cNvPr>
          <p:cNvSpPr/>
          <p:nvPr userDrawn="1"/>
        </p:nvSpPr>
        <p:spPr>
          <a:xfrm>
            <a:off x="4486275" y="38660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3F8AE59D-2A45-6BC5-8298-31CF237AF0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38675" y="40566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EE13696-8C89-C17A-CEA8-0CCE4A6E3B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1825" y="38660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7BFDA1-0C69-1854-F191-BCEC2A4416B4}"/>
              </a:ext>
            </a:extLst>
          </p:cNvPr>
          <p:cNvSpPr/>
          <p:nvPr userDrawn="1"/>
        </p:nvSpPr>
        <p:spPr>
          <a:xfrm>
            <a:off x="8740775" y="3862049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478BC239-36BE-61DB-120B-3B8BEE4D4A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3175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A78D580-35F8-EFCB-BA05-FFF419E6E4F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66325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08769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957B4-C2D9-3E98-59FD-81FB4E017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200336-1A2C-4BF2-BF3E-3605F407DAAA}"/>
              </a:ext>
            </a:extLst>
          </p:cNvPr>
          <p:cNvSpPr/>
          <p:nvPr userDrawn="1"/>
        </p:nvSpPr>
        <p:spPr>
          <a:xfrm>
            <a:off x="6978650" y="1254955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946E3B-4112-22EC-CE05-0F99CA59D5DA}"/>
              </a:ext>
            </a:extLst>
          </p:cNvPr>
          <p:cNvSpPr/>
          <p:nvPr userDrawn="1"/>
        </p:nvSpPr>
        <p:spPr>
          <a:xfrm>
            <a:off x="6978650" y="2781903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33FF54-4111-22D3-9FA0-15F055921554}"/>
              </a:ext>
            </a:extLst>
          </p:cNvPr>
          <p:cNvSpPr/>
          <p:nvPr userDrawn="1"/>
        </p:nvSpPr>
        <p:spPr>
          <a:xfrm>
            <a:off x="6978650" y="4308851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7F3B951C-7503-39BF-DEF5-0E0891CCD25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46917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2D5BDE8-F326-3323-FAD4-44757A0611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482242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34EA0B0E-2568-B7B0-38CB-85AF84DAFB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97406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41F928D-0930-8479-0085-0AD271F4D65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98712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3AF0F3F0-6EE0-7B68-8DC2-E0840D47173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452657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451281-A40F-7A09-37B1-01A02351A34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453964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E1B83E-C804-335C-CFEB-1E89A0944C1D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65B631F-E495-DCD4-51CD-A62CA60CD57D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C9DCA07-E80A-8D66-F191-6C2E9303529F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9F456A4-FD95-FABE-7CC1-6499AEA683B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F93E50E-05A3-C4C3-CDB2-6747AB81DA2A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3487992-8B43-D20C-1CDC-7DD84DAA7B53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24422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E15BA-BAAA-57DE-96F3-FA27B82F3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707D307-60FD-DC2E-63A8-9F6727EBC2EB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32E9C495-9ABF-E779-39DE-7B242083A42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96262665-1F4F-B4E3-D0F0-E507C4FF0B5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DD24660C-AFE8-5EE7-2E25-E133FB8C5AED}"/>
              </a:ext>
            </a:extLst>
          </p:cNvPr>
          <p:cNvSpPr/>
          <p:nvPr userDrawn="1"/>
        </p:nvSpPr>
        <p:spPr>
          <a:xfrm>
            <a:off x="996950" y="36842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F82CD661-C59E-610D-36CA-3909B81BC3A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0938" y="38748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C28BF8F-BE2D-EA4D-D0C8-511F08E99F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36842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A6AE88-35F9-37B8-99B2-26ADD0A87D80}"/>
              </a:ext>
            </a:extLst>
          </p:cNvPr>
          <p:cNvSpPr/>
          <p:nvPr userDrawn="1"/>
        </p:nvSpPr>
        <p:spPr>
          <a:xfrm>
            <a:off x="6210300" y="36882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A704BE72-7791-DF22-ECF8-90477FF2B53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2700" y="38788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B10EA8D-76EE-5430-E2A6-5DDCDEF5255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5850" y="36882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67198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38781-4A82-DF5E-0566-04EC709AA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634796"/>
            <a:ext cx="39878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FB24D5-1629-5439-2073-007D02FB5F43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D6A91EA-7F49-38DC-5675-C6A59268C44F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88552AE-D29C-D95A-3009-D623C5689AB0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FA2A376-DECA-27E8-BF61-07DFC04DCB3C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12DC9A9-5D9D-9035-2958-D3567B143B4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D34EA30-2738-AA34-9F14-041EC95AF64B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EEBDF21-AB10-FC9D-8A21-45285DE4C247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54AB2C91-6408-338A-D96C-3051B2BDC2A3}"/>
              </a:ext>
            </a:extLst>
          </p:cNvPr>
          <p:cNvSpPr/>
          <p:nvPr userDrawn="1"/>
        </p:nvSpPr>
        <p:spPr>
          <a:xfrm>
            <a:off x="6978650" y="1590597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DF4544-C28B-6976-283B-11FA8287FFE4}"/>
              </a:ext>
            </a:extLst>
          </p:cNvPr>
          <p:cNvSpPr/>
          <p:nvPr userDrawn="1"/>
        </p:nvSpPr>
        <p:spPr>
          <a:xfrm>
            <a:off x="6978650" y="4006545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 descr="Subtitle">
            <a:extLst>
              <a:ext uri="{FF2B5EF4-FFF2-40B4-BE49-F238E27FC236}">
                <a16:creationId xmlns:a16="http://schemas.microsoft.com/office/drawing/2014/main" id="{1998D9FE-AC7E-F971-1AC8-953EE684ED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804818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B7381BE-478F-46A7-42C6-AAA89DD8C6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81788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 descr="Subtitle">
            <a:extLst>
              <a:ext uri="{FF2B5EF4-FFF2-40B4-BE49-F238E27FC236}">
                <a16:creationId xmlns:a16="http://schemas.microsoft.com/office/drawing/2014/main" id="{149BB45A-9D3D-9991-B89D-94831571806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419870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F932075A-70B3-A0F5-8A49-76E21CC18F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421177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81915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4D48-56DC-8B0A-7DE3-C65DD1DC0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A46D7C-A2AF-3D4F-D56E-E6F4A3C536DE}"/>
              </a:ext>
            </a:extLst>
          </p:cNvPr>
          <p:cNvSpPr/>
          <p:nvPr userDrawn="1"/>
        </p:nvSpPr>
        <p:spPr>
          <a:xfrm>
            <a:off x="996950" y="2082800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F41EF305-99FD-E02F-9BE6-DDEF7E65BD5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93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1989B1-9A17-45FD-A4DD-7FD2328F07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D856B-C59C-C8F7-A994-5E19EE08F12B}"/>
              </a:ext>
            </a:extLst>
          </p:cNvPr>
          <p:cNvSpPr/>
          <p:nvPr userDrawn="1"/>
        </p:nvSpPr>
        <p:spPr>
          <a:xfrm>
            <a:off x="6978650" y="2082800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4F1408E4-0B68-D300-F2E2-B5B57FF5783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310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35A5FBD-6183-1F1D-CD4C-6AB0ADBA5D6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042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53EE8A-4211-5CB5-ABE5-4F23407D9269}"/>
              </a:ext>
            </a:extLst>
          </p:cNvPr>
          <p:cNvSpPr/>
          <p:nvPr userDrawn="1"/>
        </p:nvSpPr>
        <p:spPr>
          <a:xfrm>
            <a:off x="996950" y="3968848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6C4CC89E-F2E7-80D8-0297-5CBD035E1F1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9350" y="415944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7831AD-19AB-60E0-32CF-6064A4626EA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22500" y="415944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324463-C512-54C0-76CF-E8FEA8796BF9}"/>
              </a:ext>
            </a:extLst>
          </p:cNvPr>
          <p:cNvSpPr/>
          <p:nvPr userDrawn="1"/>
        </p:nvSpPr>
        <p:spPr>
          <a:xfrm>
            <a:off x="6978650" y="3971827"/>
            <a:ext cx="996950" cy="9969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A4A9F42F-13B4-4CCD-8410-8683AA0FFC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31050" y="4162424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998001-B52A-241E-D577-45490F9971B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200" y="416242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69B5083-C919-DC60-8A45-93EAC6815412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9" name="Cross 18">
              <a:extLst>
                <a:ext uri="{FF2B5EF4-FFF2-40B4-BE49-F238E27FC236}">
                  <a16:creationId xmlns:a16="http://schemas.microsoft.com/office/drawing/2014/main" id="{D0F639F0-88BD-9065-D891-23FDF28532D6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ross 19">
              <a:extLst>
                <a:ext uri="{FF2B5EF4-FFF2-40B4-BE49-F238E27FC236}">
                  <a16:creationId xmlns:a16="http://schemas.microsoft.com/office/drawing/2014/main" id="{10BC370E-2B98-DDC9-7048-1354AB1E4D1A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53648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1B3EB-1E5B-D79A-A78A-0E9F4C056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889714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71B181-E351-CA48-B318-DAB5B37DD091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8B81790-E160-2ED0-7B94-2DDBA3F873CF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FDFD75A-EFFE-E750-0B57-628DBE765B41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395E146-ECE6-B7CC-5E5C-52068BCCB4B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EF8119-313C-C452-EFCF-2A8B4F80424E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D747D65-A6F5-5F21-639E-43964D0BB726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31BA491-370C-382B-A3B4-329CB264B748}"/>
              </a:ext>
            </a:extLst>
          </p:cNvPr>
          <p:cNvSpPr/>
          <p:nvPr userDrawn="1"/>
        </p:nvSpPr>
        <p:spPr>
          <a:xfrm>
            <a:off x="6978650" y="460751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33F552-C866-EAD0-4728-E5769B337C90}"/>
              </a:ext>
            </a:extLst>
          </p:cNvPr>
          <p:cNvSpPr/>
          <p:nvPr userDrawn="1"/>
        </p:nvSpPr>
        <p:spPr>
          <a:xfrm>
            <a:off x="6978650" y="1987699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4A2551-BF47-5BB6-2249-30FD8B631EEB}"/>
              </a:ext>
            </a:extLst>
          </p:cNvPr>
          <p:cNvSpPr/>
          <p:nvPr userDrawn="1"/>
        </p:nvSpPr>
        <p:spPr>
          <a:xfrm>
            <a:off x="6978650" y="3514647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807817-18B9-2482-20C7-ECC8324327F2}"/>
              </a:ext>
            </a:extLst>
          </p:cNvPr>
          <p:cNvSpPr/>
          <p:nvPr userDrawn="1"/>
        </p:nvSpPr>
        <p:spPr>
          <a:xfrm>
            <a:off x="6978650" y="5041595"/>
            <a:ext cx="4216400" cy="1044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A1DABB3F-8420-558F-1E01-A83095DABC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67497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FF634CC3-A6C9-0E0E-2F54-9DFB19CC25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688038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35E26068-8646-7EB0-E312-708CB3A7281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179859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9BDE4C3A-E25D-95BA-3E5D-1B2FEF65344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19292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2479337-4168-7DF7-AD4B-A346E54BA20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3732371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79B665-3B93-CAC9-EF50-3917B603559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374543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B1DB6BB3-A83A-B196-5467-1355F97048A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8038" y="524678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ABF771FB-681D-224A-F0CE-2AC6D3A8533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16081" y="525984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2521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05F9B-128E-9D2B-02E3-8EECF5F6B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619126"/>
            <a:ext cx="11731625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FB4D8C9-83C6-E585-D28F-067F43113664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0A3E7519-6B66-3346-EBDF-2F475B8B5485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14E06FE0-6AD5-EBC3-CBBD-2482004571D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5A27A27-47A8-3656-0463-C36CC2907063}"/>
              </a:ext>
            </a:extLst>
          </p:cNvPr>
          <p:cNvSpPr/>
          <p:nvPr userDrawn="1"/>
        </p:nvSpPr>
        <p:spPr>
          <a:xfrm>
            <a:off x="228600" y="38620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6F2CB557-6F08-8D79-4886-2452D75BD1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588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1A90C0-B571-62BF-14A1-3132A92DBEB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4150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053C68-6F04-D403-D29D-898BA9A55B45}"/>
              </a:ext>
            </a:extLst>
          </p:cNvPr>
          <p:cNvSpPr/>
          <p:nvPr userDrawn="1"/>
        </p:nvSpPr>
        <p:spPr>
          <a:xfrm>
            <a:off x="4486275" y="38660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AB67582E-3B27-872D-1D23-F2FF70935A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38675" y="40566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B035218-AA89-DE73-4271-432C0E6462D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1825" y="38660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7387FB-DCFA-55A1-0DE1-6D3DF4D8FAB4}"/>
              </a:ext>
            </a:extLst>
          </p:cNvPr>
          <p:cNvSpPr/>
          <p:nvPr userDrawn="1"/>
        </p:nvSpPr>
        <p:spPr>
          <a:xfrm>
            <a:off x="8740775" y="3862049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E722C1BC-6C26-F79B-B668-CCEC290F1F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3175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3D3C388-2706-D39C-79FF-D5B5389E994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66325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232732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A1627-5EC5-9AEF-DCC3-E59395157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8667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58B0C57-23E1-9EAB-0EFF-BBF2FF74B47C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D594AD7-CDBF-2987-878D-91094724E4E9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2BCEB02-8A39-7BFD-A996-60067808B51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2D7525E-6EB8-5697-BD68-EA9D5C048721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F915B2E-5C97-31DF-7888-C6F3F60D975D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3B56E7A-54C7-8C68-0EB7-A8270B8E58C3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D4212C8-6001-C2FB-2D86-2E925EDA9294}"/>
              </a:ext>
            </a:extLst>
          </p:cNvPr>
          <p:cNvSpPr/>
          <p:nvPr userDrawn="1"/>
        </p:nvSpPr>
        <p:spPr>
          <a:xfrm>
            <a:off x="6978650" y="1254955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85098E-2828-AFF4-2500-71C7E3B8C16C}"/>
              </a:ext>
            </a:extLst>
          </p:cNvPr>
          <p:cNvSpPr/>
          <p:nvPr userDrawn="1"/>
        </p:nvSpPr>
        <p:spPr>
          <a:xfrm>
            <a:off x="6978650" y="2781903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CD8539-9C14-F50E-D735-A4C6092AD5BD}"/>
              </a:ext>
            </a:extLst>
          </p:cNvPr>
          <p:cNvSpPr/>
          <p:nvPr userDrawn="1"/>
        </p:nvSpPr>
        <p:spPr>
          <a:xfrm>
            <a:off x="6978650" y="4308851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 descr="Subtitle">
            <a:extLst>
              <a:ext uri="{FF2B5EF4-FFF2-40B4-BE49-F238E27FC236}">
                <a16:creationId xmlns:a16="http://schemas.microsoft.com/office/drawing/2014/main" id="{A87E7719-2360-4EE3-449A-E528F45743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46917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2BCB1AF-263C-3B9B-C026-9C29CECF54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482242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 descr="Subtitle">
            <a:extLst>
              <a:ext uri="{FF2B5EF4-FFF2-40B4-BE49-F238E27FC236}">
                <a16:creationId xmlns:a16="http://schemas.microsoft.com/office/drawing/2014/main" id="{22826B8D-6B45-0352-CA3A-3A91504C755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97406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6AB0EEC6-546D-F0FB-FB94-4DBF0B1A8B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98712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2" descr="Subtitle">
            <a:extLst>
              <a:ext uri="{FF2B5EF4-FFF2-40B4-BE49-F238E27FC236}">
                <a16:creationId xmlns:a16="http://schemas.microsoft.com/office/drawing/2014/main" id="{1EE99415-193F-35E1-C8B6-DAAAD76CC27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452657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C513FDC4-4058-8A5C-B523-93EC9B155C6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453964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11223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9C7CB-52B7-3861-9EED-BFCF96808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DA9DF2-502B-4D45-0263-06E3A4BA6F8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2722018F-96E9-B8FF-741A-805F79E96EF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51D105F2-F579-021A-F9F5-0239E9ED29A4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68BC0295-84CB-0AEB-917D-E2C68C7E9B94}"/>
              </a:ext>
            </a:extLst>
          </p:cNvPr>
          <p:cNvSpPr/>
          <p:nvPr userDrawn="1"/>
        </p:nvSpPr>
        <p:spPr>
          <a:xfrm>
            <a:off x="996950" y="36842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91E0BA97-27D9-2DA0-FFDD-03F4DD72CEB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0938" y="38748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1C223B5-7437-57F8-3256-B754D80CF14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36842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1B750C-DDD5-0740-5420-3137B8363D6B}"/>
              </a:ext>
            </a:extLst>
          </p:cNvPr>
          <p:cNvSpPr/>
          <p:nvPr userDrawn="1"/>
        </p:nvSpPr>
        <p:spPr>
          <a:xfrm>
            <a:off x="6210300" y="36882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DC27C674-06C4-2450-248B-55D747EEBE5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2700" y="38788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D8417C0-DC00-7555-6584-EE3DEF66DAE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5850" y="36882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92338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88EB8-11E2-6595-E074-CC2AA952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D546464-A9D2-8B1D-6591-F9B8CA2AE6C5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7C442D-D35F-0C70-D2B6-F044AE2B50C5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D7C5F3B-8842-1E27-3DFF-7A93C8A1010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B83D106-EBCC-E6C9-E80E-6BFB1D98301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49215A9-B73D-61B8-F2FB-6AC2DE6D1C51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D09DF5B-7157-1D81-8E62-33FBFC1C9E47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40037DE8-9A52-E805-A299-7961CEEB66B7}"/>
              </a:ext>
            </a:extLst>
          </p:cNvPr>
          <p:cNvSpPr/>
          <p:nvPr userDrawn="1"/>
        </p:nvSpPr>
        <p:spPr>
          <a:xfrm>
            <a:off x="6978650" y="1590597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EF424A-B8F9-C9A7-613F-F50BDB4D953E}"/>
              </a:ext>
            </a:extLst>
          </p:cNvPr>
          <p:cNvSpPr/>
          <p:nvPr userDrawn="1"/>
        </p:nvSpPr>
        <p:spPr>
          <a:xfrm>
            <a:off x="6978650" y="4006545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5A6F9F3D-2603-7D72-0F65-639A2FD750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804818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8973588-DCE1-BE97-9542-F842D72D29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81788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51C90A0A-46C2-F709-143A-AAAC36C8BA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419870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8A7FB34-D6B1-1B79-97BE-E67C41BFB3E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421177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11968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98CC-5B42-00FC-1DCF-8F461D52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651C4-34EB-8F56-93DD-972BF114C323}"/>
              </a:ext>
            </a:extLst>
          </p:cNvPr>
          <p:cNvSpPr/>
          <p:nvPr userDrawn="1"/>
        </p:nvSpPr>
        <p:spPr>
          <a:xfrm>
            <a:off x="6978650" y="1435100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7585B-09E4-0661-461C-77B55CA07E45}"/>
              </a:ext>
            </a:extLst>
          </p:cNvPr>
          <p:cNvSpPr/>
          <p:nvPr userDrawn="1"/>
        </p:nvSpPr>
        <p:spPr>
          <a:xfrm>
            <a:off x="7143750" y="1600200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8E4D064-B505-D18D-671F-252D1E982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6937" y="1703387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2CC9E6-D4C7-CC48-DF67-5CDB938A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04200" y="1600200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DBECC-508C-9F96-35FC-E6D382D9DABA}"/>
              </a:ext>
            </a:extLst>
          </p:cNvPr>
          <p:cNvSpPr/>
          <p:nvPr userDrawn="1"/>
        </p:nvSpPr>
        <p:spPr>
          <a:xfrm>
            <a:off x="6978650" y="3965348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55039-784B-0AC9-D138-40F932FEF204}"/>
              </a:ext>
            </a:extLst>
          </p:cNvPr>
          <p:cNvSpPr/>
          <p:nvPr userDrawn="1"/>
        </p:nvSpPr>
        <p:spPr>
          <a:xfrm>
            <a:off x="713105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E78994B-7FD8-50FF-9DEE-7B4407410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0420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D7A6777F-5FC4-39F3-BF9E-166908F7F9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0268" y="4233635"/>
            <a:ext cx="578644" cy="5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78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98CC-5B42-00FC-1DCF-8F461D52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771298"/>
            <a:ext cx="10198100" cy="150200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651C4-34EB-8F56-93DD-972BF114C323}"/>
              </a:ext>
            </a:extLst>
          </p:cNvPr>
          <p:cNvSpPr/>
          <p:nvPr userDrawn="1"/>
        </p:nvSpPr>
        <p:spPr>
          <a:xfrm>
            <a:off x="1003300" y="3965348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7585B-09E4-0661-461C-77B55CA07E45}"/>
              </a:ext>
            </a:extLst>
          </p:cNvPr>
          <p:cNvSpPr/>
          <p:nvPr userDrawn="1"/>
        </p:nvSpPr>
        <p:spPr>
          <a:xfrm>
            <a:off x="116840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8E4D064-B505-D18D-671F-252D1E982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1587" y="4233635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2CC9E6-D4C7-CC48-DF67-5CDB938A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885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DBECC-508C-9F96-35FC-E6D382D9DABA}"/>
              </a:ext>
            </a:extLst>
          </p:cNvPr>
          <p:cNvSpPr/>
          <p:nvPr userDrawn="1"/>
        </p:nvSpPr>
        <p:spPr>
          <a:xfrm>
            <a:off x="6978650" y="3965348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55039-784B-0AC9-D138-40F932FEF204}"/>
              </a:ext>
            </a:extLst>
          </p:cNvPr>
          <p:cNvSpPr/>
          <p:nvPr userDrawn="1"/>
        </p:nvSpPr>
        <p:spPr>
          <a:xfrm>
            <a:off x="713105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E78994B-7FD8-50FF-9DEE-7B4407410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0420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D7A6777F-5FC4-39F3-BF9E-166908F7F9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0268" y="4233635"/>
            <a:ext cx="578644" cy="5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52918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39A7A5-7314-6A84-E68E-4A4AF11C7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348586-A2C4-9422-EBC6-4791C5E603D3}"/>
              </a:ext>
            </a:extLst>
          </p:cNvPr>
          <p:cNvSpPr/>
          <p:nvPr userDrawn="1"/>
        </p:nvSpPr>
        <p:spPr>
          <a:xfrm>
            <a:off x="0" y="3568700"/>
            <a:ext cx="12192000" cy="3289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1A172623-76B3-B0C0-0184-D6E22FDECF51}"/>
              </a:ext>
            </a:extLst>
          </p:cNvPr>
          <p:cNvSpPr/>
          <p:nvPr userDrawn="1"/>
        </p:nvSpPr>
        <p:spPr>
          <a:xfrm rot="5400000" flipH="1">
            <a:off x="3693496" y="-2167553"/>
            <a:ext cx="4813301" cy="10189806"/>
          </a:xfrm>
          <a:prstGeom prst="snip1Rect">
            <a:avLst>
              <a:gd name="adj" fmla="val 100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C2D678-B733-AF1E-BE3A-344FBC978228}"/>
              </a:ext>
            </a:extLst>
          </p:cNvPr>
          <p:cNvSpPr/>
          <p:nvPr userDrawn="1"/>
        </p:nvSpPr>
        <p:spPr>
          <a:xfrm>
            <a:off x="1993900" y="4727576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A546D4-9869-BF2F-152C-CFB4918E817B}"/>
              </a:ext>
            </a:extLst>
          </p:cNvPr>
          <p:cNvSpPr/>
          <p:nvPr userDrawn="1"/>
        </p:nvSpPr>
        <p:spPr>
          <a:xfrm>
            <a:off x="2159000" y="4892676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4204360D-6804-E90A-5753-A6261164C1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2187" y="4995863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3C97B7-7B78-90E6-79EB-97CACB0565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19450" y="4892676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6622D3-EDFD-D8BF-6D26-5B6C9BC66141}"/>
              </a:ext>
            </a:extLst>
          </p:cNvPr>
          <p:cNvSpPr/>
          <p:nvPr userDrawn="1"/>
        </p:nvSpPr>
        <p:spPr>
          <a:xfrm>
            <a:off x="6597650" y="4727576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D1B0AF-3D42-5751-B5BE-540FD109FD6C}"/>
              </a:ext>
            </a:extLst>
          </p:cNvPr>
          <p:cNvSpPr/>
          <p:nvPr userDrawn="1"/>
        </p:nvSpPr>
        <p:spPr>
          <a:xfrm>
            <a:off x="6750050" y="4892676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3348B555-598D-8139-4D6C-B36918FDF9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23200" y="4892676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30383C4C-8B5E-F8B0-8D0A-6F01C43D266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9268" y="4995863"/>
            <a:ext cx="578644" cy="5786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1B488-E30A-D456-6573-D9C9C1BDA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900" y="863600"/>
            <a:ext cx="8204200" cy="16827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986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C531D-5D55-D7D9-55EA-2221DD323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10198100" cy="7942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D6F00-BEFE-EDDA-B197-F0293736B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6950" y="1825625"/>
            <a:ext cx="101981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F7500-23B0-1B9B-0A34-EAA9EBF7C7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DF831-34AB-4DC0-ABA1-EBD072B2C37E}" type="datetime2">
              <a:rPr lang="es-ES" smtClean="0"/>
              <a:t>lunes, 2 de febrero de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16FDC-5EAA-CF26-32C5-90769BBD4D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7650-E37D-A199-74A7-A15516848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16269" y="6347069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43C8E-EC03-4CBA-A12B-6BBBB73F14E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33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3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44" userDrawn="1">
          <p15:clr>
            <a:srgbClr val="F26B43"/>
          </p15:clr>
        </p15:guide>
        <p15:guide id="2" pos="628" userDrawn="1">
          <p15:clr>
            <a:srgbClr val="F26B43"/>
          </p15:clr>
        </p15:guide>
        <p15:guide id="3" pos="772" userDrawn="1">
          <p15:clr>
            <a:srgbClr val="F26B43"/>
          </p15:clr>
        </p15:guide>
        <p15:guide id="4" pos="1256" userDrawn="1">
          <p15:clr>
            <a:srgbClr val="F26B43"/>
          </p15:clr>
        </p15:guide>
        <p15:guide id="5" pos="1400" userDrawn="1">
          <p15:clr>
            <a:srgbClr val="F26B43"/>
          </p15:clr>
        </p15:guide>
        <p15:guide id="6" pos="1884" userDrawn="1">
          <p15:clr>
            <a:srgbClr val="F26B43"/>
          </p15:clr>
        </p15:guide>
        <p15:guide id="7" pos="2028" userDrawn="1">
          <p15:clr>
            <a:srgbClr val="F26B43"/>
          </p15:clr>
        </p15:guide>
        <p15:guide id="8" pos="2512" userDrawn="1">
          <p15:clr>
            <a:srgbClr val="F26B43"/>
          </p15:clr>
        </p15:guide>
        <p15:guide id="9" pos="2656" userDrawn="1">
          <p15:clr>
            <a:srgbClr val="F26B43"/>
          </p15:clr>
        </p15:guide>
        <p15:guide id="10" pos="3140" userDrawn="1">
          <p15:clr>
            <a:srgbClr val="F26B43"/>
          </p15:clr>
        </p15:guide>
        <p15:guide id="11" pos="3284" userDrawn="1">
          <p15:clr>
            <a:srgbClr val="F26B43"/>
          </p15:clr>
        </p15:guide>
        <p15:guide id="12" pos="3768" userDrawn="1">
          <p15:clr>
            <a:srgbClr val="F26B43"/>
          </p15:clr>
        </p15:guide>
        <p15:guide id="13" pos="3912" userDrawn="1">
          <p15:clr>
            <a:srgbClr val="F26B43"/>
          </p15:clr>
        </p15:guide>
        <p15:guide id="14" pos="4396" userDrawn="1">
          <p15:clr>
            <a:srgbClr val="F26B43"/>
          </p15:clr>
        </p15:guide>
        <p15:guide id="15" pos="4540" userDrawn="1">
          <p15:clr>
            <a:srgbClr val="F26B43"/>
          </p15:clr>
        </p15:guide>
        <p15:guide id="16" pos="5024" userDrawn="1">
          <p15:clr>
            <a:srgbClr val="F26B43"/>
          </p15:clr>
        </p15:guide>
        <p15:guide id="17" pos="5168" userDrawn="1">
          <p15:clr>
            <a:srgbClr val="F26B43"/>
          </p15:clr>
        </p15:guide>
        <p15:guide id="18" pos="5652" userDrawn="1">
          <p15:clr>
            <a:srgbClr val="F26B43"/>
          </p15:clr>
        </p15:guide>
        <p15:guide id="19" pos="5796" userDrawn="1">
          <p15:clr>
            <a:srgbClr val="F26B43"/>
          </p15:clr>
        </p15:guide>
        <p15:guide id="20" pos="6280" userDrawn="1">
          <p15:clr>
            <a:srgbClr val="F26B43"/>
          </p15:clr>
        </p15:guide>
        <p15:guide id="21" pos="6424" userDrawn="1">
          <p15:clr>
            <a:srgbClr val="F26B43"/>
          </p15:clr>
        </p15:guide>
        <p15:guide id="22" pos="6908" userDrawn="1">
          <p15:clr>
            <a:srgbClr val="F26B43"/>
          </p15:clr>
        </p15:guide>
        <p15:guide id="23" pos="7052" userDrawn="1">
          <p15:clr>
            <a:srgbClr val="F26B43"/>
          </p15:clr>
        </p15:guide>
        <p15:guide id="24" pos="75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1593D-CA47-BCB9-19BF-2E476E1C1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DCFDA-2415-B95B-9224-3FC1018B4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925" y="164176"/>
            <a:ext cx="4216400" cy="794204"/>
          </a:xfrm>
        </p:spPr>
        <p:txBody>
          <a:bodyPr/>
          <a:lstStyle/>
          <a:p>
            <a:pPr lvl="0" algn="ctr"/>
            <a:r>
              <a:rPr lang="es-ES" dirty="0"/>
              <a:t>🚀 De mirar el pasado a anticipar el futuro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7C15DC6E-043A-962D-2937-5B64075D67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>
          <a:xfrm>
            <a:off x="984250" y="1865681"/>
            <a:ext cx="4108450" cy="388466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B6B3EE-D63F-9CAB-6478-A7DAE8BF2D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587500"/>
            <a:ext cx="5903934" cy="4064000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s-ES" sz="3600" dirty="0"/>
              <a:t>Machine </a:t>
            </a:r>
            <a:r>
              <a:rPr lang="es-ES" sz="3600" dirty="0" err="1"/>
              <a:t>Learning</a:t>
            </a:r>
            <a:r>
              <a:rPr lang="es-ES" sz="3600" dirty="0"/>
              <a:t> con Python para la Toma de Decisiones Empresariales</a:t>
            </a:r>
            <a:endParaRPr lang="es-ES" sz="2800" b="1" dirty="0"/>
          </a:p>
          <a:p>
            <a:pPr marL="457200" lvl="1" indent="0">
              <a:buNone/>
            </a:pPr>
            <a:r>
              <a:rPr lang="es-ES" sz="1800" b="1" dirty="0"/>
              <a:t>Jorge Israel </a:t>
            </a:r>
            <a:r>
              <a:rPr lang="es-ES" sz="1800" b="1" dirty="0" err="1"/>
              <a:t>Frometa</a:t>
            </a:r>
            <a:r>
              <a:rPr lang="es-ES" sz="1800" b="1" dirty="0"/>
              <a:t> Moya</a:t>
            </a:r>
          </a:p>
          <a:p>
            <a:pPr marL="457200" lvl="1" indent="0">
              <a:buNone/>
            </a:pPr>
            <a:endParaRPr lang="es-ES" sz="1800" b="1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7B2E160A-AE6D-64EE-CB54-E11210A26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39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65F28-BED7-A4F7-4371-1B677144B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403DA-E14C-7755-6BFD-0CE0BAE4A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8" y="446980"/>
            <a:ext cx="5114611" cy="794204"/>
          </a:xfrm>
        </p:spPr>
        <p:txBody>
          <a:bodyPr/>
          <a:lstStyle/>
          <a:p>
            <a:pPr lvl="0" algn="ctr"/>
            <a:r>
              <a:rPr lang="es-ES" dirty="0"/>
              <a:t>Ética, </a:t>
            </a:r>
            <a:r>
              <a:rPr lang="es-ES" dirty="0" err="1"/>
              <a:t>Storytelling</a:t>
            </a:r>
            <a:r>
              <a:rPr lang="es-ES" dirty="0"/>
              <a:t> y Cierre del Proyecto Final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542D0F6E-BE73-013C-8BA0-5AF05B48C8B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>
          <a:xfrm>
            <a:off x="984250" y="1865682"/>
            <a:ext cx="4108450" cy="38735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41EA9-6916-04BB-B7A6-D71F2A94C8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592876"/>
            <a:ext cx="6096000" cy="4064000"/>
          </a:xfrm>
        </p:spPr>
        <p:txBody>
          <a:bodyPr>
            <a:noAutofit/>
          </a:bodyPr>
          <a:lstStyle/>
          <a:p>
            <a:pPr lvl="1"/>
            <a:endParaRPr lang="es-ES" sz="2800" b="1" dirty="0"/>
          </a:p>
          <a:p>
            <a:pPr marL="457200" lvl="1" indent="0">
              <a:buNone/>
            </a:pPr>
            <a:r>
              <a:rPr lang="es-ES" sz="2800" b="1" dirty="0"/>
              <a:t>Concepto clave:</a:t>
            </a:r>
            <a:r>
              <a:rPr lang="es-ES" sz="2800" dirty="0"/>
              <a:t> El arte de entender y transmitir decisiones impulsadas por datos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427C67F-CC2F-FE23-21E0-3599F2CFD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26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434C9-B153-3173-0393-A0232A2C1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00D1F-130E-85C8-0D82-E4F7465EB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354" y="446980"/>
            <a:ext cx="5617028" cy="794204"/>
          </a:xfrm>
        </p:spPr>
        <p:txBody>
          <a:bodyPr/>
          <a:lstStyle/>
          <a:p>
            <a:pPr latinLnBrk="1"/>
            <a:r>
              <a:rPr lang="es-ES" dirty="0"/>
              <a:t>Ética y Responsabilidad Algorítmica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1BC284CD-5A0C-E5F8-E594-97B2987AE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pic>
        <p:nvPicPr>
          <p:cNvPr id="8" name="Marcador de posición de imagen 7" descr="Diagrama&#10;&#10;El contenido generado por IA puede ser incorrecto.">
            <a:extLst>
              <a:ext uri="{FF2B5EF4-FFF2-40B4-BE49-F238E27FC236}">
                <a16:creationId xmlns:a16="http://schemas.microsoft.com/office/drawing/2014/main" id="{E6983CEB-B03C-69C6-6554-9DF9C75F8B4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25" r="10225"/>
          <a:stretch>
            <a:fillRect/>
          </a:stretch>
        </p:blipFill>
        <p:spPr/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2F20DA7B-F0F4-2408-7B7B-0253D92AFAF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096000" y="1157928"/>
            <a:ext cx="6022312" cy="5113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Concepto: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todo lo que es técnicamente posible es éticamente aceptable.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Sesgos (</a:t>
            </a: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Bias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modelo de concesión de créditos (Sesión 5) o de retención (Sesión 6) puede heredar prejuicios históricos de los datos.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Transparencia: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¿Podemos explicar por qué el modelo tomó una decisión? (Relevancia de los Árboles de Decisión y la importancia de la interpretación sobre la "caja negra“).</a:t>
            </a:r>
          </a:p>
        </p:txBody>
      </p:sp>
    </p:spTree>
    <p:extLst>
      <p:ext uri="{BB962C8B-B14F-4D97-AF65-F5344CB8AC3E}">
        <p14:creationId xmlns:p14="http://schemas.microsoft.com/office/powerpoint/2010/main" val="715705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084" y="328352"/>
            <a:ext cx="5838617" cy="794204"/>
          </a:xfrm>
        </p:spPr>
        <p:txBody>
          <a:bodyPr/>
          <a:lstStyle/>
          <a:p>
            <a:r>
              <a:rPr lang="es-ES" b="1" dirty="0" err="1"/>
              <a:t>Storytelling</a:t>
            </a:r>
            <a:r>
              <a:rPr lang="es-ES" b="1" dirty="0"/>
              <a:t> para Negocio (El "</a:t>
            </a:r>
            <a:r>
              <a:rPr lang="es-ES" b="1" dirty="0" err="1"/>
              <a:t>Elevator</a:t>
            </a:r>
            <a:r>
              <a:rPr lang="es-ES" b="1" dirty="0"/>
              <a:t> Pitch" del Analista)</a:t>
            </a:r>
            <a:br>
              <a:rPr lang="es-ES" dirty="0"/>
            </a:br>
            <a:endParaRPr lang="es-ES" b="1"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945C9CD4-6EE3-6151-1B8E-763ACCA815C9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143084" y="1416004"/>
            <a:ext cx="5758124" cy="5113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 Métricas a Euros: </a:t>
            </a:r>
            <a:r>
              <a:rPr kumimoji="0" lang="es-ES" altLang="es-E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hables de </a:t>
            </a:r>
            <a:r>
              <a:rPr kumimoji="0" lang="es-ES" altLang="es-E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kumimoji="0" lang="es-ES" altLang="es-E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F1-Score con el CEO. Traduce la Matriz de Confusión a costes de "Falsas Alarmas" vs. "Oportunidades Perdidas".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Estructura del Relato: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2000" b="1" dirty="0">
                <a:solidFill>
                  <a:schemeClr val="tx1"/>
                </a:solidFill>
              </a:rPr>
              <a:t> 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Problema</a:t>
            </a:r>
            <a:r>
              <a:rPr kumimoji="0" lang="es-ES" altLang="es-E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¿Qué KPI estaba sufriendo? (Eficiencia o Eficacia) 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2000" dirty="0">
                <a:solidFill>
                  <a:schemeClr val="tx1"/>
                </a:solidFill>
              </a:rPr>
              <a:t> 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Intervención:</a:t>
            </a:r>
            <a:r>
              <a:rPr kumimoji="0" lang="es-ES" altLang="es-E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Breve mención al modelo (ej. </a:t>
            </a:r>
            <a:r>
              <a:rPr kumimoji="0" lang="es-ES" altLang="es-E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</a:t>
            </a:r>
            <a:r>
              <a:rPr kumimoji="0" lang="es-ES" altLang="es-E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Forest para estabilidad).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Impacto: </a:t>
            </a:r>
            <a:r>
              <a:rPr kumimoji="0" lang="es-ES" altLang="es-E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¿Cuánto dinero ahorramos o cuánto margen ganamos?.</a:t>
            </a:r>
          </a:p>
        </p:txBody>
      </p:sp>
      <p:pic>
        <p:nvPicPr>
          <p:cNvPr id="8" name="Marcador de posición de imagen 7" descr="Imagen que contiene Texto">
            <a:extLst>
              <a:ext uri="{FF2B5EF4-FFF2-40B4-BE49-F238E27FC236}">
                <a16:creationId xmlns:a16="http://schemas.microsoft.com/office/drawing/2014/main" id="{CEF22396-01ED-62FB-4FBE-FC0EC0DCE62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26" r="20926"/>
          <a:stretch>
            <a:fillRect/>
          </a:stretch>
        </p:blipFill>
        <p:spPr>
          <a:prstGeom prst="rect">
            <a:avLst/>
          </a:prstGeom>
          <a:solidFill>
            <a:prstClr val="white">
              <a:lumMod val="95000"/>
            </a:prst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25386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6D616-F525-1EB4-DAE6-549C4C7D3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54417-CC52-8484-B5F9-3A33ACB60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467" y="466726"/>
            <a:ext cx="5225142" cy="794204"/>
          </a:xfrm>
        </p:spPr>
        <p:txBody>
          <a:bodyPr/>
          <a:lstStyle/>
          <a:p>
            <a:pPr algn="ctr"/>
            <a:r>
              <a:rPr lang="es-ES" dirty="0"/>
              <a:t>Esquema del Proyecto Final: "Machine </a:t>
            </a:r>
            <a:r>
              <a:rPr lang="es-ES" dirty="0" err="1"/>
              <a:t>Learning</a:t>
            </a:r>
            <a:r>
              <a:rPr lang="es-ES" dirty="0"/>
              <a:t> Business Case"</a:t>
            </a:r>
            <a:endParaRPr lang="es-ES" b="1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112AEFE0-FA8C-E8BA-247E-13D636FB6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EF5ACF6A-E521-1329-1AFF-D4E695B3EBBD}"/>
              </a:ext>
            </a:extLst>
          </p:cNvPr>
          <p:cNvSpPr txBox="1"/>
          <p:nvPr/>
        </p:nvSpPr>
        <p:spPr>
          <a:xfrm>
            <a:off x="6096000" y="1527219"/>
            <a:ext cx="6096000" cy="3269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000" dirty="0"/>
              <a:t>Este proyecto es la integración de todo el </a:t>
            </a:r>
            <a:r>
              <a:rPr lang="es-ES" sz="2000" dirty="0" err="1"/>
              <a:t>stack</a:t>
            </a:r>
            <a:r>
              <a:rPr lang="es-ES" sz="2000" dirty="0"/>
              <a:t> tecnológico y metodológico del curso.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/>
              <a:t>Objetivo: </a:t>
            </a:r>
            <a:r>
              <a:rPr lang="es-ES" sz="2000" dirty="0"/>
              <a:t>Simular la resolución de un problema de negocio real utilizando el flujo de trabajo completo, desde la limpieza de datos hasta la valoración económica de la predicción.</a:t>
            </a:r>
          </a:p>
        </p:txBody>
      </p:sp>
      <p:pic>
        <p:nvPicPr>
          <p:cNvPr id="9" name="Marcador de posición de imagen 8" descr="Diagrama">
            <a:extLst>
              <a:ext uri="{FF2B5EF4-FFF2-40B4-BE49-F238E27FC236}">
                <a16:creationId xmlns:a16="http://schemas.microsoft.com/office/drawing/2014/main" id="{1690E7DB-CBAD-DE14-1C86-225CA285763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85" r="17385"/>
          <a:stretch>
            <a:fillRect/>
          </a:stretch>
        </p:blipFill>
        <p:spPr>
          <a:prstGeom prst="rect">
            <a:avLst/>
          </a:prstGeom>
          <a:solidFill>
            <a:prstClr val="white">
              <a:lumMod val="85000"/>
            </a:prstClr>
          </a:solidFill>
        </p:spPr>
      </p:pic>
    </p:spTree>
    <p:extLst>
      <p:ext uri="{BB962C8B-B14F-4D97-AF65-F5344CB8AC3E}">
        <p14:creationId xmlns:p14="http://schemas.microsoft.com/office/powerpoint/2010/main" val="483635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435" y="504927"/>
            <a:ext cx="5928528" cy="794204"/>
          </a:xfrm>
        </p:spPr>
        <p:txBody>
          <a:bodyPr/>
          <a:lstStyle/>
          <a:p>
            <a:pPr algn="ctr" latinLnBrk="1"/>
            <a:r>
              <a:rPr lang="es-ES" b="1" dirty="0"/>
              <a:t>Tareas paso a paso (El entregable)</a:t>
            </a:r>
            <a:br>
              <a:rPr lang="es-ES" b="1" dirty="0"/>
            </a:br>
            <a:br>
              <a:rPr lang="es-ES" b="1" dirty="0"/>
            </a:br>
            <a:br>
              <a:rPr lang="es-ES" dirty="0"/>
            </a:br>
            <a:br>
              <a:rPr lang="es-ES" dirty="0"/>
            </a:br>
            <a:br>
              <a:rPr lang="es-ES" dirty="0"/>
            </a:br>
            <a:endParaRPr lang="es-E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096001" y="1299131"/>
            <a:ext cx="6095999" cy="3143111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ES" sz="2000" b="1" dirty="0"/>
              <a:t>Definición del Problema: </a:t>
            </a:r>
            <a:r>
              <a:rPr lang="es-ES" sz="2000" dirty="0"/>
              <a:t>Declarar si buscamos Eficiencia (hacerlo mejor con menos) o Eficacia (lograr el objetivo de ventas).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 b="1" dirty="0"/>
              <a:t>Preparación y Calidad (EDA): </a:t>
            </a:r>
            <a:r>
              <a:rPr lang="es-ES" sz="2000" dirty="0"/>
              <a:t>Aplicar el principio "</a:t>
            </a:r>
            <a:r>
              <a:rPr lang="es-ES" sz="2000" dirty="0" err="1"/>
              <a:t>Garbage</a:t>
            </a:r>
            <a:r>
              <a:rPr lang="es-ES" sz="2000" dirty="0"/>
              <a:t> In, </a:t>
            </a:r>
            <a:r>
              <a:rPr lang="es-ES" sz="2000" dirty="0" err="1"/>
              <a:t>Garbage</a:t>
            </a:r>
            <a:r>
              <a:rPr lang="es-ES" sz="2000" dirty="0"/>
              <a:t> </a:t>
            </a:r>
            <a:r>
              <a:rPr lang="es-ES" sz="2000" dirty="0" err="1"/>
              <a:t>Out</a:t>
            </a:r>
            <a:r>
              <a:rPr lang="es-ES" sz="2000" dirty="0"/>
              <a:t>". Limpieza de nulos y tratamiento de variables.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 b="1" dirty="0"/>
              <a:t>Modelado y Selección: </a:t>
            </a:r>
            <a:r>
              <a:rPr lang="es-ES" sz="2000" dirty="0"/>
              <a:t>Probar al menos dos arquitecturas (ej. Regresión Logística vs. </a:t>
            </a:r>
            <a:r>
              <a:rPr lang="es-ES" sz="2000" dirty="0" err="1"/>
              <a:t>Random</a:t>
            </a:r>
            <a:r>
              <a:rPr lang="es-ES" sz="2000" dirty="0"/>
              <a:t> Forest).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 b="1" dirty="0"/>
              <a:t>Diagnóstico:</a:t>
            </a:r>
            <a:r>
              <a:rPr lang="es-ES" sz="2000" dirty="0"/>
              <a:t> Visualizar curvas de aprendizaje para detectar </a:t>
            </a:r>
            <a:r>
              <a:rPr lang="es-ES" sz="2000" dirty="0" err="1"/>
              <a:t>Underfitting</a:t>
            </a:r>
            <a:r>
              <a:rPr lang="es-ES" sz="2000" dirty="0"/>
              <a:t> u </a:t>
            </a:r>
            <a:r>
              <a:rPr lang="es-ES" sz="2000" dirty="0" err="1"/>
              <a:t>Overfitting</a:t>
            </a:r>
            <a:r>
              <a:rPr lang="es-ES" sz="20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 b="1" dirty="0"/>
              <a:t>Impacto Económico: </a:t>
            </a:r>
            <a:r>
              <a:rPr lang="es-ES" sz="2000" dirty="0"/>
              <a:t>Crear una función en Python que multiplique los errores del modelo por costes reales de negocio.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pic>
        <p:nvPicPr>
          <p:cNvPr id="9" name="Marcador de posición de imagen 8" descr="Diagrama&#10;&#10;El contenido generado por IA puede ser incorrecto.">
            <a:extLst>
              <a:ext uri="{FF2B5EF4-FFF2-40B4-BE49-F238E27FC236}">
                <a16:creationId xmlns:a16="http://schemas.microsoft.com/office/drawing/2014/main" id="{1D096ED0-7B59-E878-0D19-591BD16AE5C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85" r="17385"/>
          <a:stretch>
            <a:fillRect/>
          </a:stretch>
        </p:blipFill>
        <p:spPr>
          <a:prstGeom prst="rect">
            <a:avLst/>
          </a:prstGeom>
          <a:solidFill>
            <a:prstClr val="white">
              <a:lumMod val="85000"/>
            </a:prstClr>
          </a:solidFill>
        </p:spPr>
      </p:pic>
    </p:spTree>
    <p:extLst>
      <p:ext uri="{BB962C8B-B14F-4D97-AF65-F5344CB8AC3E}">
        <p14:creationId xmlns:p14="http://schemas.microsoft.com/office/powerpoint/2010/main" val="426548913"/>
      </p:ext>
    </p:extLst>
  </p:cSld>
  <p:clrMapOvr>
    <a:masterClrMapping/>
  </p:clrMapOvr>
</p:sld>
</file>

<file path=ppt/theme/theme1.xml><?xml version="1.0" encoding="utf-8"?>
<a:theme xmlns:a="http://schemas.openxmlformats.org/drawingml/2006/main" name="Neon Horizon">
  <a:themeElements>
    <a:clrScheme name="Neon Horizon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C7C7C7"/>
      </a:accent1>
      <a:accent2>
        <a:srgbClr val="0048CF"/>
      </a:accent2>
      <a:accent3>
        <a:srgbClr val="FF3F00"/>
      </a:accent3>
      <a:accent4>
        <a:srgbClr val="FEB800"/>
      </a:accent4>
      <a:accent5>
        <a:srgbClr val="FFFFFF"/>
      </a:accent5>
      <a:accent6>
        <a:srgbClr val="000000"/>
      </a:accent6>
      <a:hlink>
        <a:srgbClr val="0097A7"/>
      </a:hlink>
      <a:folHlink>
        <a:srgbClr val="0BD4D9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5F74CF8-C475-41F2-8E94-90D84961E5C9}">
  <we:reference id="wa200008583" version="1.0.0.1" store="en-US" storeType="OMEX"/>
  <we:alternateReferences>
    <we:reference id="wa200008583" version="1.0.0.1" store="wa20000858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1900</TotalTime>
  <Words>388</Words>
  <Application>Microsoft Office PowerPoint</Application>
  <PresentationFormat>Panorámica</PresentationFormat>
  <Paragraphs>28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Gill Sans MT</vt:lpstr>
      <vt:lpstr>Neon Horizon</vt:lpstr>
      <vt:lpstr>🚀 De mirar el pasado a anticipar el futuro</vt:lpstr>
      <vt:lpstr>Ética, Storytelling y Cierre del Proyecto Final</vt:lpstr>
      <vt:lpstr>Ética y Responsabilidad Algorítmica</vt:lpstr>
      <vt:lpstr>Storytelling para Negocio (El "Elevator Pitch" del Analista) </vt:lpstr>
      <vt:lpstr>Esquema del Proyecto Final: "Machine Learning Business Case"</vt:lpstr>
      <vt:lpstr>Tareas paso a paso (El entregable)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Frometa</dc:creator>
  <cp:lastModifiedBy>Jorge Israel Frómeta Moya</cp:lastModifiedBy>
  <cp:revision>28</cp:revision>
  <dcterms:created xsi:type="dcterms:W3CDTF">2025-09-12T17:31:23Z</dcterms:created>
  <dcterms:modified xsi:type="dcterms:W3CDTF">2026-02-02T11:58:28Z</dcterms:modified>
</cp:coreProperties>
</file>